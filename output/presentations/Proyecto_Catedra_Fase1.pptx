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42eb7c678b4282" /><Relationship Type="http://schemas.openxmlformats.org/officeDocument/2006/relationships/extended-properties" Target="/docProps/app.xml" Id="R3596925ddff342ef" /><Relationship Type="http://schemas.openxmlformats.org/officeDocument/2006/relationships/officeDocument" Target="/ppt/presentation.xml" Id="Rbc31669594a14c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d07d1770a34e5b"/>
  </p:sldMasterIdLst>
  <p:notesMasterIdLst>
    <p:notesMasterId xmlns:r="http://schemas.openxmlformats.org/officeDocument/2006/relationships" r:id="Rd5d44e1bd1e7479e"/>
  </p:notesMasterIdLst>
  <p:sldIdLst>
    <p:sldId xmlns:r="http://schemas.openxmlformats.org/officeDocument/2006/relationships" id="256" r:id="Rb09c256094a34947"/>
    <p:sldId xmlns:r="http://schemas.openxmlformats.org/officeDocument/2006/relationships" id="257" r:id="R30b52238eafd43a6"/>
    <p:sldId xmlns:r="http://schemas.openxmlformats.org/officeDocument/2006/relationships" id="258" r:id="R23005b82b9604585"/>
    <p:sldId xmlns:r="http://schemas.openxmlformats.org/officeDocument/2006/relationships" id="259" r:id="R1051c78f5b0b47e0"/>
    <p:sldId xmlns:r="http://schemas.openxmlformats.org/officeDocument/2006/relationships" id="260" r:id="R4fbab7bfe3064749"/>
    <p:sldId xmlns:r="http://schemas.openxmlformats.org/officeDocument/2006/relationships" id="261" r:id="R51c87c485f9c41c6"/>
    <p:sldId xmlns:r="http://schemas.openxmlformats.org/officeDocument/2006/relationships" id="262" r:id="R711675e481f9485b"/>
    <p:sldId xmlns:r="http://schemas.openxmlformats.org/officeDocument/2006/relationships" id="263" r:id="Rdb88ef270dd74d64"/>
    <p:sldId xmlns:r="http://schemas.openxmlformats.org/officeDocument/2006/relationships" id="264" r:id="Rdb2d9af3082a4756"/>
    <p:sldId xmlns:r="http://schemas.openxmlformats.org/officeDocument/2006/relationships" id="265" r:id="R82643bf4e9f743d2"/>
    <p:sldId xmlns:r="http://schemas.openxmlformats.org/officeDocument/2006/relationships" id="266" r:id="Rc89cbfcbb059441d"/>
    <p:sldId xmlns:r="http://schemas.openxmlformats.org/officeDocument/2006/relationships" id="267" r:id="Rc67ed8c68c0e4d60"/>
    <p:sldId xmlns:r="http://schemas.openxmlformats.org/officeDocument/2006/relationships" id="268" r:id="R34b3a6746fd64f2b"/>
    <p:sldId xmlns:r="http://schemas.openxmlformats.org/officeDocument/2006/relationships" id="269" r:id="R50c15a3f5f814859"/>
    <p:sldId xmlns:r="http://schemas.openxmlformats.org/officeDocument/2006/relationships" id="270" r:id="R0fb26534f67844fb"/>
    <p:sldId xmlns:r="http://schemas.openxmlformats.org/officeDocument/2006/relationships" id="271" r:id="R05dda808ac454759"/>
    <p:sldId xmlns:r="http://schemas.openxmlformats.org/officeDocument/2006/relationships" id="272" r:id="Rf46e13fd33bc4ef7"/>
    <p:sldId xmlns:r="http://schemas.openxmlformats.org/officeDocument/2006/relationships" id="273" r:id="R60640e5d48884cea"/>
    <p:sldId xmlns:r="http://schemas.openxmlformats.org/officeDocument/2006/relationships" id="274" r:id="R5426d96cf33c42d0"/>
    <p:sldId xmlns:r="http://schemas.openxmlformats.org/officeDocument/2006/relationships" id="275" r:id="Rb27e0f7c37514b83"/>
    <p:sldId xmlns:r="http://schemas.openxmlformats.org/officeDocument/2006/relationships" id="276" r:id="R76e6c31025404bd3"/>
    <p:sldId xmlns:r="http://schemas.openxmlformats.org/officeDocument/2006/relationships" id="277" r:id="R2e1cf65b08f94946"/>
    <p:sldId xmlns:r="http://schemas.openxmlformats.org/officeDocument/2006/relationships" id="278" r:id="Rffc8db3407f54641"/>
    <p:sldId xmlns:r="http://schemas.openxmlformats.org/officeDocument/2006/relationships" id="279" r:id="Rb3a7536c3d684c0b"/>
    <p:sldId xmlns:r="http://schemas.openxmlformats.org/officeDocument/2006/relationships" id="280" r:id="Rf8c3ef71710f4cfa"/>
    <p:sldId xmlns:r="http://schemas.openxmlformats.org/officeDocument/2006/relationships" id="281" r:id="Reeb2bef0349640ab"/>
    <p:sldId xmlns:r="http://schemas.openxmlformats.org/officeDocument/2006/relationships" id="282" r:id="Rb1c86dbd5ac74900"/>
    <p:sldId xmlns:r="http://schemas.openxmlformats.org/officeDocument/2006/relationships" id="283" r:id="R388419af60ff49a6"/>
    <p:sldId xmlns:r="http://schemas.openxmlformats.org/officeDocument/2006/relationships" id="284" r:id="Ra2aada4ce92c42cc"/>
    <p:sldId xmlns:r="http://schemas.openxmlformats.org/officeDocument/2006/relationships" id="285" r:id="Rd2f72e8876204093"/>
    <p:sldId xmlns:r="http://schemas.openxmlformats.org/officeDocument/2006/relationships" id="286" r:id="R8162d212ca424839"/>
    <p:sldId xmlns:r="http://schemas.openxmlformats.org/officeDocument/2006/relationships" id="287" r:id="Ra0348a044f5a4d9a"/>
    <p:sldId xmlns:r="http://schemas.openxmlformats.org/officeDocument/2006/relationships" id="288" r:id="R7a7ae6ac4d6c445d"/>
    <p:sldId xmlns:r="http://schemas.openxmlformats.org/officeDocument/2006/relationships" id="289" r:id="Rde6a15a1632d47d5"/>
    <p:sldId xmlns:r="http://schemas.openxmlformats.org/officeDocument/2006/relationships" id="290" r:id="R24f655eaa95b4f79"/>
    <p:sldId xmlns:r="http://schemas.openxmlformats.org/officeDocument/2006/relationships" id="291" r:id="R1b35abfc820e40fd"/>
    <p:sldId xmlns:r="http://schemas.openxmlformats.org/officeDocument/2006/relationships" id="292" r:id="Re690de71cf08479c"/>
    <p:sldId xmlns:r="http://schemas.openxmlformats.org/officeDocument/2006/relationships" id="293" r:id="R779e84895fdf4936"/>
    <p:sldId xmlns:r="http://schemas.openxmlformats.org/officeDocument/2006/relationships" id="294" r:id="R2673f8b393d0474f"/>
    <p:sldId xmlns:r="http://schemas.openxmlformats.org/officeDocument/2006/relationships" id="295" r:id="Rbe1e712422a6476b"/>
    <p:sldId xmlns:r="http://schemas.openxmlformats.org/officeDocument/2006/relationships" id="296" r:id="R2a18847ce6d645e4"/>
    <p:sldId xmlns:r="http://schemas.openxmlformats.org/officeDocument/2006/relationships" id="297" r:id="R91c9cda4aca14dd1"/>
    <p:sldId xmlns:r="http://schemas.openxmlformats.org/officeDocument/2006/relationships" id="298" r:id="R1465899654a6437e"/>
    <p:sldId xmlns:r="http://schemas.openxmlformats.org/officeDocument/2006/relationships" id="299" r:id="R06036fb338054b4f"/>
    <p:sldId xmlns:r="http://schemas.openxmlformats.org/officeDocument/2006/relationships" id="300" r:id="R51c7b2e40795432b"/>
    <p:sldId xmlns:r="http://schemas.openxmlformats.org/officeDocument/2006/relationships" id="301" r:id="R0cc681f80f6c4168"/>
    <p:sldId xmlns:r="http://schemas.openxmlformats.org/officeDocument/2006/relationships" id="302" r:id="R769ae6dd459c4cf7"/>
    <p:sldId xmlns:r="http://schemas.openxmlformats.org/officeDocument/2006/relationships" id="303" r:id="Rba8de169b7d74612"/>
    <p:sldId xmlns:r="http://schemas.openxmlformats.org/officeDocument/2006/relationships" id="304" r:id="R4b3030321b5148e6"/>
    <p:sldId xmlns:r="http://schemas.openxmlformats.org/officeDocument/2006/relationships" id="305" r:id="R8725990e07ca4d76"/>
    <p:sldId xmlns:r="http://schemas.openxmlformats.org/officeDocument/2006/relationships" id="306" r:id="R88d8d8d838434b7c"/>
    <p:sldId xmlns:r="http://schemas.openxmlformats.org/officeDocument/2006/relationships" id="307" r:id="Rac64bd0683eb4f5b"/>
    <p:sldId xmlns:r="http://schemas.openxmlformats.org/officeDocument/2006/relationships" id="308" r:id="R442e46ed88ca45b9"/>
    <p:sldId xmlns:r="http://schemas.openxmlformats.org/officeDocument/2006/relationships" id="309" r:id="Rb9803b1d165e4310"/>
    <p:sldId xmlns:r="http://schemas.openxmlformats.org/officeDocument/2006/relationships" id="310" r:id="R04dfb98c65ef462a"/>
    <p:sldId xmlns:r="http://schemas.openxmlformats.org/officeDocument/2006/relationships" id="311" r:id="R17917093309c4a41"/>
    <p:sldId xmlns:r="http://schemas.openxmlformats.org/officeDocument/2006/relationships" id="312" r:id="R03ed55f0ee934595"/>
    <p:sldId xmlns:r="http://schemas.openxmlformats.org/officeDocument/2006/relationships" id="313" r:id="Rf782470bcc2342e6"/>
    <p:sldId xmlns:r="http://schemas.openxmlformats.org/officeDocument/2006/relationships" id="314" r:id="R83e6f0fa1eb84ab3"/>
    <p:sldId xmlns:r="http://schemas.openxmlformats.org/officeDocument/2006/relationships" id="315" r:id="R89b3e8b9ebd84a18"/>
    <p:sldId xmlns:r="http://schemas.openxmlformats.org/officeDocument/2006/relationships" id="316" r:id="R46647277e5b7489e"/>
    <p:sldId xmlns:r="http://schemas.openxmlformats.org/officeDocument/2006/relationships" id="317" r:id="Rc9cf5848f5b5493d"/>
    <p:sldId xmlns:r="http://schemas.openxmlformats.org/officeDocument/2006/relationships" id="318" r:id="R3770fba71de04e84"/>
    <p:sldId xmlns:r="http://schemas.openxmlformats.org/officeDocument/2006/relationships" id="319" r:id="R3b162017d1e0461e"/>
    <p:sldId xmlns:r="http://schemas.openxmlformats.org/officeDocument/2006/relationships" id="320" r:id="Rfd1b9a4ea50e4a2e"/>
    <p:sldId xmlns:r="http://schemas.openxmlformats.org/officeDocument/2006/relationships" id="321" r:id="Rd96e048fea794f4d"/>
    <p:sldId xmlns:r="http://schemas.openxmlformats.org/officeDocument/2006/relationships" id="322" r:id="R65c58fcdcfc149b9"/>
    <p:sldId xmlns:r="http://schemas.openxmlformats.org/officeDocument/2006/relationships" id="323" r:id="R5f7b603e1a3948a9"/>
    <p:sldId xmlns:r="http://schemas.openxmlformats.org/officeDocument/2006/relationships" id="324" r:id="Rafbb40ce858a46fd"/>
    <p:sldId xmlns:r="http://schemas.openxmlformats.org/officeDocument/2006/relationships" id="325" r:id="Rc079b4af16f64c35"/>
    <p:sldId xmlns:r="http://schemas.openxmlformats.org/officeDocument/2006/relationships" id="326" r:id="R832abbf2b1b2490e"/>
    <p:sldId xmlns:r="http://schemas.openxmlformats.org/officeDocument/2006/relationships" id="327" r:id="Rfeab751b636342fb"/>
    <p:sldId xmlns:r="http://schemas.openxmlformats.org/officeDocument/2006/relationships" id="328" r:id="R9e83507bdaec46ea"/>
    <p:sldId xmlns:r="http://schemas.openxmlformats.org/officeDocument/2006/relationships" id="329" r:id="R2d457cac18e343d3"/>
    <p:sldId xmlns:r="http://schemas.openxmlformats.org/officeDocument/2006/relationships" id="330" r:id="R371c49ae40a44085"/>
    <p:sldId xmlns:r="http://schemas.openxmlformats.org/officeDocument/2006/relationships" id="331" r:id="Rc72876ed2b7c4c65"/>
    <p:sldId xmlns:r="http://schemas.openxmlformats.org/officeDocument/2006/relationships" id="332" r:id="R924c4833ab5c4446"/>
    <p:sldId xmlns:r="http://schemas.openxmlformats.org/officeDocument/2006/relationships" id="333" r:id="Rcb8a01f545da433b"/>
    <p:sldId xmlns:r="http://schemas.openxmlformats.org/officeDocument/2006/relationships" id="334" r:id="R105afe9caaf14eb7"/>
    <p:sldId xmlns:r="http://schemas.openxmlformats.org/officeDocument/2006/relationships" id="335" r:id="R2d78a6756fb84719"/>
    <p:sldId xmlns:r="http://schemas.openxmlformats.org/officeDocument/2006/relationships" id="336" r:id="Rc932b2ab16664c10"/>
    <p:sldId xmlns:r="http://schemas.openxmlformats.org/officeDocument/2006/relationships" id="337" r:id="R4eb498fcd86e4f9c"/>
    <p:sldId xmlns:r="http://schemas.openxmlformats.org/officeDocument/2006/relationships" id="338" r:id="R9b52ece2224b4f02"/>
    <p:sldId xmlns:r="http://schemas.openxmlformats.org/officeDocument/2006/relationships" id="339" r:id="Rc7240563617c47dd"/>
    <p:sldId xmlns:r="http://schemas.openxmlformats.org/officeDocument/2006/relationships" id="340" r:id="R4791a7ec27be4276"/>
    <p:sldId xmlns:r="http://schemas.openxmlformats.org/officeDocument/2006/relationships" id="341" r:id="R9b656600da384be3"/>
    <p:sldId xmlns:r="http://schemas.openxmlformats.org/officeDocument/2006/relationships" id="342" r:id="R2ae89c1272cd4403"/>
    <p:sldId xmlns:r="http://schemas.openxmlformats.org/officeDocument/2006/relationships" id="343" r:id="R9444499c885942fd"/>
    <p:sldId xmlns:r="http://schemas.openxmlformats.org/officeDocument/2006/relationships" id="344" r:id="R6b0b4d7a3eef4735"/>
    <p:sldId xmlns:r="http://schemas.openxmlformats.org/officeDocument/2006/relationships" id="345" r:id="Rb63acfb47aaa4372"/>
    <p:sldId xmlns:r="http://schemas.openxmlformats.org/officeDocument/2006/relationships" id="346" r:id="R2bb81b725ba044de"/>
    <p:sldId xmlns:r="http://schemas.openxmlformats.org/officeDocument/2006/relationships" id="347" r:id="R204ece0eef3d486b"/>
    <p:sldId xmlns:r="http://schemas.openxmlformats.org/officeDocument/2006/relationships" id="348" r:id="Rd45ef5dcf8ac433e"/>
    <p:sldId xmlns:r="http://schemas.openxmlformats.org/officeDocument/2006/relationships" id="349" r:id="R86c5f1774a15487f"/>
    <p:sldId xmlns:r="http://schemas.openxmlformats.org/officeDocument/2006/relationships" id="350" r:id="Rc3c2e30cbdf2403e"/>
    <p:sldId xmlns:r="http://schemas.openxmlformats.org/officeDocument/2006/relationships" id="351" r:id="R3d5845c04c284e53"/>
    <p:sldId xmlns:r="http://schemas.openxmlformats.org/officeDocument/2006/relationships" id="352" r:id="R005e25205c734bc4"/>
    <p:sldId xmlns:r="http://schemas.openxmlformats.org/officeDocument/2006/relationships" id="353" r:id="R92a59e1d90e440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94b86953a94643" /><Relationship Type="http://schemas.openxmlformats.org/officeDocument/2006/relationships/slideMaster" Target="/ppt/slideMasters/slideMaster1.xml" Id="R83d07d1770a34e5b" /><Relationship Type="http://schemas.openxmlformats.org/officeDocument/2006/relationships/notesMaster" Target="/ppt/notesMasters/notesMaster1.xml" Id="Rd5d44e1bd1e7479e" /><Relationship Type="http://schemas.openxmlformats.org/officeDocument/2006/relationships/presProps" Target="/ppt/presProps.xml" Id="R14e22fbd796f4f98" /><Relationship Type="http://schemas.openxmlformats.org/officeDocument/2006/relationships/tableStyles" Target="/ppt/tableStyles.xml" Id="R2c21a0abbf7840c5" /><Relationship Type="http://schemas.openxmlformats.org/officeDocument/2006/relationships/slide" Target="/ppt/slides/slide1.xml" Id="Rb09c256094a34947" /><Relationship Type="http://schemas.openxmlformats.org/officeDocument/2006/relationships/slide" Target="/ppt/slides/slide2.xml" Id="R30b52238eafd43a6" /><Relationship Type="http://schemas.openxmlformats.org/officeDocument/2006/relationships/slide" Target="/ppt/slides/slide3.xml" Id="R23005b82b9604585" /><Relationship Type="http://schemas.openxmlformats.org/officeDocument/2006/relationships/slide" Target="/ppt/slides/slide4.xml" Id="R1051c78f5b0b47e0" /><Relationship Type="http://schemas.openxmlformats.org/officeDocument/2006/relationships/slide" Target="/ppt/slides/slide5.xml" Id="R4fbab7bfe3064749" /><Relationship Type="http://schemas.openxmlformats.org/officeDocument/2006/relationships/slide" Target="/ppt/slides/slide6.xml" Id="R51c87c485f9c41c6" /><Relationship Type="http://schemas.openxmlformats.org/officeDocument/2006/relationships/slide" Target="/ppt/slides/slide7.xml" Id="R711675e481f9485b" /><Relationship Type="http://schemas.openxmlformats.org/officeDocument/2006/relationships/slide" Target="/ppt/slides/slide8.xml" Id="Rdb88ef270dd74d64" /><Relationship Type="http://schemas.openxmlformats.org/officeDocument/2006/relationships/slide" Target="/ppt/slides/slide9.xml" Id="Rdb2d9af3082a4756" /><Relationship Type="http://schemas.openxmlformats.org/officeDocument/2006/relationships/slide" Target="/ppt/slides/slide10.xml" Id="R82643bf4e9f743d2" /><Relationship Type="http://schemas.openxmlformats.org/officeDocument/2006/relationships/slide" Target="/ppt/slides/slide11.xml" Id="Rc89cbfcbb059441d" /><Relationship Type="http://schemas.openxmlformats.org/officeDocument/2006/relationships/slide" Target="/ppt/slides/slide12.xml" Id="Rc67ed8c68c0e4d60" /><Relationship Type="http://schemas.openxmlformats.org/officeDocument/2006/relationships/slide" Target="/ppt/slides/slide13.xml" Id="R34b3a6746fd64f2b" /><Relationship Type="http://schemas.openxmlformats.org/officeDocument/2006/relationships/slide" Target="/ppt/slides/slide14.xml" Id="R50c15a3f5f814859" /><Relationship Type="http://schemas.openxmlformats.org/officeDocument/2006/relationships/slide" Target="/ppt/slides/slide15.xml" Id="R0fb26534f67844fb" /><Relationship Type="http://schemas.openxmlformats.org/officeDocument/2006/relationships/slide" Target="/ppt/slides/slide16.xml" Id="R05dda808ac454759" /><Relationship Type="http://schemas.openxmlformats.org/officeDocument/2006/relationships/slide" Target="/ppt/slides/slide17.xml" Id="Rf46e13fd33bc4ef7" /><Relationship Type="http://schemas.openxmlformats.org/officeDocument/2006/relationships/slide" Target="/ppt/slides/slide18.xml" Id="R60640e5d48884cea" /><Relationship Type="http://schemas.openxmlformats.org/officeDocument/2006/relationships/slide" Target="/ppt/slides/slide19.xml" Id="R5426d96cf33c42d0" /><Relationship Type="http://schemas.openxmlformats.org/officeDocument/2006/relationships/slide" Target="/ppt/slides/slide20.xml" Id="Rb27e0f7c37514b83" /><Relationship Type="http://schemas.openxmlformats.org/officeDocument/2006/relationships/slide" Target="/ppt/slides/slide21.xml" Id="R76e6c31025404bd3" /><Relationship Type="http://schemas.openxmlformats.org/officeDocument/2006/relationships/slide" Target="/ppt/slides/slide22.xml" Id="R2e1cf65b08f94946" /><Relationship Type="http://schemas.openxmlformats.org/officeDocument/2006/relationships/slide" Target="/ppt/slides/slide23.xml" Id="Rffc8db3407f54641" /><Relationship Type="http://schemas.openxmlformats.org/officeDocument/2006/relationships/slide" Target="/ppt/slides/slide24.xml" Id="Rb3a7536c3d684c0b" /><Relationship Type="http://schemas.openxmlformats.org/officeDocument/2006/relationships/slide" Target="/ppt/slides/slide25.xml" Id="Rf8c3ef71710f4cfa" /><Relationship Type="http://schemas.openxmlformats.org/officeDocument/2006/relationships/slide" Target="/ppt/slides/slide26.xml" Id="Reeb2bef0349640ab" /><Relationship Type="http://schemas.openxmlformats.org/officeDocument/2006/relationships/slide" Target="/ppt/slides/slide27.xml" Id="Rb1c86dbd5ac74900" /><Relationship Type="http://schemas.openxmlformats.org/officeDocument/2006/relationships/slide" Target="/ppt/slides/slide28.xml" Id="R388419af60ff49a6" /><Relationship Type="http://schemas.openxmlformats.org/officeDocument/2006/relationships/slide" Target="/ppt/slides/slide29.xml" Id="Ra2aada4ce92c42cc" /><Relationship Type="http://schemas.openxmlformats.org/officeDocument/2006/relationships/slide" Target="/ppt/slides/slide30.xml" Id="Rd2f72e8876204093" /><Relationship Type="http://schemas.openxmlformats.org/officeDocument/2006/relationships/slide" Target="/ppt/slides/slide31.xml" Id="R8162d212ca424839" /><Relationship Type="http://schemas.openxmlformats.org/officeDocument/2006/relationships/slide" Target="/ppt/slides/slide32.xml" Id="Ra0348a044f5a4d9a" /><Relationship Type="http://schemas.openxmlformats.org/officeDocument/2006/relationships/slide" Target="/ppt/slides/slide33.xml" Id="R7a7ae6ac4d6c445d" /><Relationship Type="http://schemas.openxmlformats.org/officeDocument/2006/relationships/slide" Target="/ppt/slides/slide34.xml" Id="Rde6a15a1632d47d5" /><Relationship Type="http://schemas.openxmlformats.org/officeDocument/2006/relationships/slide" Target="/ppt/slides/slide35.xml" Id="R24f655eaa95b4f79" /><Relationship Type="http://schemas.openxmlformats.org/officeDocument/2006/relationships/slide" Target="/ppt/slides/slide36.xml" Id="R1b35abfc820e40fd" /><Relationship Type="http://schemas.openxmlformats.org/officeDocument/2006/relationships/slide" Target="/ppt/slides/slide37.xml" Id="Re690de71cf08479c" /><Relationship Type="http://schemas.openxmlformats.org/officeDocument/2006/relationships/slide" Target="/ppt/slides/slide38.xml" Id="R779e84895fdf4936" /><Relationship Type="http://schemas.openxmlformats.org/officeDocument/2006/relationships/slide" Target="/ppt/slides/slide39.xml" Id="R2673f8b393d0474f" /><Relationship Type="http://schemas.openxmlformats.org/officeDocument/2006/relationships/slide" Target="/ppt/slides/slide40.xml" Id="Rbe1e712422a6476b" /><Relationship Type="http://schemas.openxmlformats.org/officeDocument/2006/relationships/slide" Target="/ppt/slides/slide41.xml" Id="R2a18847ce6d645e4" /><Relationship Type="http://schemas.openxmlformats.org/officeDocument/2006/relationships/slide" Target="/ppt/slides/slide42.xml" Id="R91c9cda4aca14dd1" /><Relationship Type="http://schemas.openxmlformats.org/officeDocument/2006/relationships/slide" Target="/ppt/slides/slide43.xml" Id="R1465899654a6437e" /><Relationship Type="http://schemas.openxmlformats.org/officeDocument/2006/relationships/slide" Target="/ppt/slides/slide44.xml" Id="R06036fb338054b4f" /><Relationship Type="http://schemas.openxmlformats.org/officeDocument/2006/relationships/slide" Target="/ppt/slides/slide45.xml" Id="R51c7b2e40795432b" /><Relationship Type="http://schemas.openxmlformats.org/officeDocument/2006/relationships/slide" Target="/ppt/slides/slide46.xml" Id="R0cc681f80f6c4168" /><Relationship Type="http://schemas.openxmlformats.org/officeDocument/2006/relationships/slide" Target="/ppt/slides/slide47.xml" Id="R769ae6dd459c4cf7" /><Relationship Type="http://schemas.openxmlformats.org/officeDocument/2006/relationships/slide" Target="/ppt/slides/slide48.xml" Id="Rba8de169b7d74612" /><Relationship Type="http://schemas.openxmlformats.org/officeDocument/2006/relationships/slide" Target="/ppt/slides/slide49.xml" Id="R4b3030321b5148e6" /><Relationship Type="http://schemas.openxmlformats.org/officeDocument/2006/relationships/slide" Target="/ppt/slides/slide50.xml" Id="R8725990e07ca4d76" /><Relationship Type="http://schemas.openxmlformats.org/officeDocument/2006/relationships/slide" Target="/ppt/slides/slide51.xml" Id="R88d8d8d838434b7c" /><Relationship Type="http://schemas.openxmlformats.org/officeDocument/2006/relationships/slide" Target="/ppt/slides/slide52.xml" Id="Rac64bd0683eb4f5b" /><Relationship Type="http://schemas.openxmlformats.org/officeDocument/2006/relationships/slide" Target="/ppt/slides/slide53.xml" Id="R442e46ed88ca45b9" /><Relationship Type="http://schemas.openxmlformats.org/officeDocument/2006/relationships/slide" Target="/ppt/slides/slide54.xml" Id="Rb9803b1d165e4310" /><Relationship Type="http://schemas.openxmlformats.org/officeDocument/2006/relationships/slide" Target="/ppt/slides/slide55.xml" Id="R04dfb98c65ef462a" /><Relationship Type="http://schemas.openxmlformats.org/officeDocument/2006/relationships/slide" Target="/ppt/slides/slide56.xml" Id="R17917093309c4a41" /><Relationship Type="http://schemas.openxmlformats.org/officeDocument/2006/relationships/slide" Target="/ppt/slides/slide57.xml" Id="R03ed55f0ee934595" /><Relationship Type="http://schemas.openxmlformats.org/officeDocument/2006/relationships/slide" Target="/ppt/slides/slide58.xml" Id="Rf782470bcc2342e6" /><Relationship Type="http://schemas.openxmlformats.org/officeDocument/2006/relationships/slide" Target="/ppt/slides/slide59.xml" Id="R83e6f0fa1eb84ab3" /><Relationship Type="http://schemas.openxmlformats.org/officeDocument/2006/relationships/slide" Target="/ppt/slides/slide60.xml" Id="R89b3e8b9ebd84a18" /><Relationship Type="http://schemas.openxmlformats.org/officeDocument/2006/relationships/slide" Target="/ppt/slides/slide61.xml" Id="R46647277e5b7489e" /><Relationship Type="http://schemas.openxmlformats.org/officeDocument/2006/relationships/slide" Target="/ppt/slides/slide62.xml" Id="Rc9cf5848f5b5493d" /><Relationship Type="http://schemas.openxmlformats.org/officeDocument/2006/relationships/slide" Target="/ppt/slides/slide63.xml" Id="R3770fba71de04e84" /><Relationship Type="http://schemas.openxmlformats.org/officeDocument/2006/relationships/slide" Target="/ppt/slides/slide64.xml" Id="R3b162017d1e0461e" /><Relationship Type="http://schemas.openxmlformats.org/officeDocument/2006/relationships/slide" Target="/ppt/slides/slide65.xml" Id="Rfd1b9a4ea50e4a2e" /><Relationship Type="http://schemas.openxmlformats.org/officeDocument/2006/relationships/slide" Target="/ppt/slides/slide66.xml" Id="Rd96e048fea794f4d" /><Relationship Type="http://schemas.openxmlformats.org/officeDocument/2006/relationships/slide" Target="/ppt/slides/slide67.xml" Id="R65c58fcdcfc149b9" /><Relationship Type="http://schemas.openxmlformats.org/officeDocument/2006/relationships/slide" Target="/ppt/slides/slide68.xml" Id="R5f7b603e1a3948a9" /><Relationship Type="http://schemas.openxmlformats.org/officeDocument/2006/relationships/slide" Target="/ppt/slides/slide69.xml" Id="Rafbb40ce858a46fd" /><Relationship Type="http://schemas.openxmlformats.org/officeDocument/2006/relationships/slide" Target="/ppt/slides/slide70.xml" Id="Rc079b4af16f64c35" /><Relationship Type="http://schemas.openxmlformats.org/officeDocument/2006/relationships/slide" Target="/ppt/slides/slide71.xml" Id="R832abbf2b1b2490e" /><Relationship Type="http://schemas.openxmlformats.org/officeDocument/2006/relationships/slide" Target="/ppt/slides/slide72.xml" Id="Rfeab751b636342fb" /><Relationship Type="http://schemas.openxmlformats.org/officeDocument/2006/relationships/slide" Target="/ppt/slides/slide73.xml" Id="R9e83507bdaec46ea" /><Relationship Type="http://schemas.openxmlformats.org/officeDocument/2006/relationships/slide" Target="/ppt/slides/slide74.xml" Id="R2d457cac18e343d3" /><Relationship Type="http://schemas.openxmlformats.org/officeDocument/2006/relationships/slide" Target="/ppt/slides/slide75.xml" Id="R371c49ae40a44085" /><Relationship Type="http://schemas.openxmlformats.org/officeDocument/2006/relationships/slide" Target="/ppt/slides/slide76.xml" Id="Rc72876ed2b7c4c65" /><Relationship Type="http://schemas.openxmlformats.org/officeDocument/2006/relationships/slide" Target="/ppt/slides/slide77.xml" Id="R924c4833ab5c4446" /><Relationship Type="http://schemas.openxmlformats.org/officeDocument/2006/relationships/slide" Target="/ppt/slides/slide78.xml" Id="Rcb8a01f545da433b" /><Relationship Type="http://schemas.openxmlformats.org/officeDocument/2006/relationships/slide" Target="/ppt/slides/slide79.xml" Id="R105afe9caaf14eb7" /><Relationship Type="http://schemas.openxmlformats.org/officeDocument/2006/relationships/slide" Target="/ppt/slides/slide80.xml" Id="R2d78a6756fb84719" /><Relationship Type="http://schemas.openxmlformats.org/officeDocument/2006/relationships/slide" Target="/ppt/slides/slide81.xml" Id="Rc932b2ab16664c10" /><Relationship Type="http://schemas.openxmlformats.org/officeDocument/2006/relationships/slide" Target="/ppt/slides/slide82.xml" Id="R4eb498fcd86e4f9c" /><Relationship Type="http://schemas.openxmlformats.org/officeDocument/2006/relationships/slide" Target="/ppt/slides/slide83.xml" Id="R9b52ece2224b4f02" /><Relationship Type="http://schemas.openxmlformats.org/officeDocument/2006/relationships/slide" Target="/ppt/slides/slide84.xml" Id="Rc7240563617c47dd" /><Relationship Type="http://schemas.openxmlformats.org/officeDocument/2006/relationships/slide" Target="/ppt/slides/slide85.xml" Id="R4791a7ec27be4276" /><Relationship Type="http://schemas.openxmlformats.org/officeDocument/2006/relationships/slide" Target="/ppt/slides/slide86.xml" Id="R9b656600da384be3" /><Relationship Type="http://schemas.openxmlformats.org/officeDocument/2006/relationships/slide" Target="/ppt/slides/slide87.xml" Id="R2ae89c1272cd4403" /><Relationship Type="http://schemas.openxmlformats.org/officeDocument/2006/relationships/slide" Target="/ppt/slides/slide88.xml" Id="R9444499c885942fd" /><Relationship Type="http://schemas.openxmlformats.org/officeDocument/2006/relationships/slide" Target="/ppt/slides/slide89.xml" Id="R6b0b4d7a3eef4735" /><Relationship Type="http://schemas.openxmlformats.org/officeDocument/2006/relationships/slide" Target="/ppt/slides/slide90.xml" Id="Rb63acfb47aaa4372" /><Relationship Type="http://schemas.openxmlformats.org/officeDocument/2006/relationships/slide" Target="/ppt/slides/slide91.xml" Id="R2bb81b725ba044de" /><Relationship Type="http://schemas.openxmlformats.org/officeDocument/2006/relationships/slide" Target="/ppt/slides/slide92.xml" Id="R204ece0eef3d486b" /><Relationship Type="http://schemas.openxmlformats.org/officeDocument/2006/relationships/slide" Target="/ppt/slides/slide93.xml" Id="Rd45ef5dcf8ac433e" /><Relationship Type="http://schemas.openxmlformats.org/officeDocument/2006/relationships/slide" Target="/ppt/slides/slide94.xml" Id="R86c5f1774a15487f" /><Relationship Type="http://schemas.openxmlformats.org/officeDocument/2006/relationships/slide" Target="/ppt/slides/slide95.xml" Id="Rc3c2e30cbdf2403e" /><Relationship Type="http://schemas.openxmlformats.org/officeDocument/2006/relationships/slide" Target="/ppt/slides/slide96.xml" Id="R3d5845c04c284e53" /><Relationship Type="http://schemas.openxmlformats.org/officeDocument/2006/relationships/slide" Target="/ppt/slides/slide97.xml" Id="R005e25205c734bc4" /><Relationship Type="http://schemas.openxmlformats.org/officeDocument/2006/relationships/slide" Target="/ppt/slides/slide98.xml" Id="R92a59e1d90e440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fc1228176b42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6c635742ca44d1" /><Relationship Type="http://schemas.openxmlformats.org/officeDocument/2006/relationships/notesMaster" Target="/ppt/notesMasters/notesMaster1.xml" Id="Rdf88faf2104244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5ad317ed0f414f" /><Relationship Type="http://schemas.openxmlformats.org/officeDocument/2006/relationships/notesMaster" Target="/ppt/notesMasters/notesMaster1.xml" Id="R3746efae0e574d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b591b7321349ba" /><Relationship Type="http://schemas.openxmlformats.org/officeDocument/2006/relationships/notesMaster" Target="/ppt/notesMasters/notesMaster1.xml" Id="R015722a1fe3842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f83a9794634ad9" /><Relationship Type="http://schemas.openxmlformats.org/officeDocument/2006/relationships/notesMaster" Target="/ppt/notesMasters/notesMaster1.xml" Id="R1729770e980d44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e4d8390a8741b7" /><Relationship Type="http://schemas.openxmlformats.org/officeDocument/2006/relationships/notesMaster" Target="/ppt/notesMasters/notesMaster1.xml" Id="Re37b6ec093be43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38d7397b3104392" /><Relationship Type="http://schemas.openxmlformats.org/officeDocument/2006/relationships/notesMaster" Target="/ppt/notesMasters/notesMaster1.xml" Id="R02f4e4a620b044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b6df774c5e4e04" /><Relationship Type="http://schemas.openxmlformats.org/officeDocument/2006/relationships/notesMaster" Target="/ppt/notesMasters/notesMaster1.xml" Id="R4815cb2cc4ac4b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9d8c157e014b48" /><Relationship Type="http://schemas.openxmlformats.org/officeDocument/2006/relationships/notesMaster" Target="/ppt/notesMasters/notesMaster1.xml" Id="Ra621bb4a687a48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51f37b291c4a36" /><Relationship Type="http://schemas.openxmlformats.org/officeDocument/2006/relationships/notesMaster" Target="/ppt/notesMasters/notesMaster1.xml" Id="R8c2d3722f1244c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ef314d59f1945f2" /><Relationship Type="http://schemas.openxmlformats.org/officeDocument/2006/relationships/notesMaster" Target="/ppt/notesMasters/notesMaster1.xml" Id="R0819fee67ad14e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a5ddac4bc24548" /><Relationship Type="http://schemas.openxmlformats.org/officeDocument/2006/relationships/notesMaster" Target="/ppt/notesMasters/notesMaster1.xml" Id="Rc0acc8041a7b48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d35db3989d4de8" /><Relationship Type="http://schemas.openxmlformats.org/officeDocument/2006/relationships/notesMaster" Target="/ppt/notesMasters/notesMaster1.xml" Id="R0dfc5d9aa03848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f6040d3bca4ee2" /><Relationship Type="http://schemas.openxmlformats.org/officeDocument/2006/relationships/notesMaster" Target="/ppt/notesMasters/notesMaster1.xml" Id="R504cba3b129540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cf0af44b725491c" /><Relationship Type="http://schemas.openxmlformats.org/officeDocument/2006/relationships/notesMaster" Target="/ppt/notesMasters/notesMaster1.xml" Id="R922a7c0f57d145c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365bca624446b8" /><Relationship Type="http://schemas.openxmlformats.org/officeDocument/2006/relationships/notesMaster" Target="/ppt/notesMasters/notesMaster1.xml" Id="Rd0e7b7835def44f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37098bf621d485b" /><Relationship Type="http://schemas.openxmlformats.org/officeDocument/2006/relationships/notesMaster" Target="/ppt/notesMasters/notesMaster1.xml" Id="Rf1c53881d55d4e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d6b920971164ffe" /><Relationship Type="http://schemas.openxmlformats.org/officeDocument/2006/relationships/notesMaster" Target="/ppt/notesMasters/notesMaster1.xml" Id="R446e97812fb94e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f87c3ce1d64a26" /><Relationship Type="http://schemas.openxmlformats.org/officeDocument/2006/relationships/notesMaster" Target="/ppt/notesMasters/notesMaster1.xml" Id="Rfc178973473741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bdb17136434121" /><Relationship Type="http://schemas.openxmlformats.org/officeDocument/2006/relationships/notesMaster" Target="/ppt/notesMasters/notesMaster1.xml" Id="Rd3850516cf304b6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6ceadebf6834ea0" /><Relationship Type="http://schemas.openxmlformats.org/officeDocument/2006/relationships/notesMaster" Target="/ppt/notesMasters/notesMaster1.xml" Id="R98b687282d3646f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8dc3f66e0d54179" /><Relationship Type="http://schemas.openxmlformats.org/officeDocument/2006/relationships/notesMaster" Target="/ppt/notesMasters/notesMaster1.xml" Id="R39888e26f5fe41c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8a8570a4a4648f8" /><Relationship Type="http://schemas.openxmlformats.org/officeDocument/2006/relationships/notesMaster" Target="/ppt/notesMasters/notesMaster1.xml" Id="Re6884ca3f8294c1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812ec7f8fdb41c9" /><Relationship Type="http://schemas.openxmlformats.org/officeDocument/2006/relationships/notesMaster" Target="/ppt/notesMasters/notesMaster1.xml" Id="Rca9b6a72cbfe4e0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1bdc969e364f3f" /><Relationship Type="http://schemas.openxmlformats.org/officeDocument/2006/relationships/notesMaster" Target="/ppt/notesMasters/notesMaster1.xml" Id="R281de00aa0f44bf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bd64f969e48448a" /><Relationship Type="http://schemas.openxmlformats.org/officeDocument/2006/relationships/notesMaster" Target="/ppt/notesMasters/notesMaster1.xml" Id="Re2e10aea3082491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a8fabbefc614e1b" /><Relationship Type="http://schemas.openxmlformats.org/officeDocument/2006/relationships/notesMaster" Target="/ppt/notesMasters/notesMaster1.xml" Id="R7ed9b6fbc2c249d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7d6153b266c4868" /><Relationship Type="http://schemas.openxmlformats.org/officeDocument/2006/relationships/notesMaster" Target="/ppt/notesMasters/notesMaster1.xml" Id="Rd7a3dc74fa3745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c293f66ed7145de" /><Relationship Type="http://schemas.openxmlformats.org/officeDocument/2006/relationships/notesMaster" Target="/ppt/notesMasters/notesMaster1.xml" Id="Rd7095b65eaeb471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9489edd215b4fe3" /><Relationship Type="http://schemas.openxmlformats.org/officeDocument/2006/relationships/notesMaster" Target="/ppt/notesMasters/notesMaster1.xml" Id="Re7e205e911a14d1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91d1d65206a46b9" /><Relationship Type="http://schemas.openxmlformats.org/officeDocument/2006/relationships/notesMaster" Target="/ppt/notesMasters/notesMaster1.xml" Id="Redef13554f6e454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d69ee8b06b24860" /><Relationship Type="http://schemas.openxmlformats.org/officeDocument/2006/relationships/notesMaster" Target="/ppt/notesMasters/notesMaster1.xml" Id="Rf5f5a2332c2e440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3329207e271430b" /><Relationship Type="http://schemas.openxmlformats.org/officeDocument/2006/relationships/notesMaster" Target="/ppt/notesMasters/notesMaster1.xml" Id="R10191ca48d2a45d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4451a1cece04984" /><Relationship Type="http://schemas.openxmlformats.org/officeDocument/2006/relationships/notesMaster" Target="/ppt/notesMasters/notesMaster1.xml" Id="R5e58eb975bf8452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930be1b0ba44660" /><Relationship Type="http://schemas.openxmlformats.org/officeDocument/2006/relationships/notesMaster" Target="/ppt/notesMasters/notesMaster1.xml" Id="Rb1317d044c264a6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308013fec2a4f06" /><Relationship Type="http://schemas.openxmlformats.org/officeDocument/2006/relationships/notesMaster" Target="/ppt/notesMasters/notesMaster1.xml" Id="R4233b82c30494b5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7d3ca4aa475475e" /><Relationship Type="http://schemas.openxmlformats.org/officeDocument/2006/relationships/notesMaster" Target="/ppt/notesMasters/notesMaster1.xml" Id="Rdd798434156c4c8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3ea4851ec2b46dc" /><Relationship Type="http://schemas.openxmlformats.org/officeDocument/2006/relationships/notesMaster" Target="/ppt/notesMasters/notesMaster1.xml" Id="Rd3457b4a522846c6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7be3d018c29456b" /><Relationship Type="http://schemas.openxmlformats.org/officeDocument/2006/relationships/notesMaster" Target="/ppt/notesMasters/notesMaster1.xml" Id="R72622744d0404e8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f6dfd58b470453c" /><Relationship Type="http://schemas.openxmlformats.org/officeDocument/2006/relationships/notesMaster" Target="/ppt/notesMasters/notesMaster1.xml" Id="R5a51c7af1a1e46e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184c529ff3d4c31" /><Relationship Type="http://schemas.openxmlformats.org/officeDocument/2006/relationships/notesMaster" Target="/ppt/notesMasters/notesMaster1.xml" Id="R8ef1a41e3c8b470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5a93a7019e1a44a6" /><Relationship Type="http://schemas.openxmlformats.org/officeDocument/2006/relationships/notesMaster" Target="/ppt/notesMasters/notesMaster1.xml" Id="R028eec866a394c82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3a330141d0e4c50" /><Relationship Type="http://schemas.openxmlformats.org/officeDocument/2006/relationships/notesMaster" Target="/ppt/notesMasters/notesMaster1.xml" Id="R36a4ab186673433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5fc17ac5cc84e0f" /><Relationship Type="http://schemas.openxmlformats.org/officeDocument/2006/relationships/notesMaster" Target="/ppt/notesMasters/notesMaster1.xml" Id="Rbd69ae23671a46a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71fa2d23696481d" /><Relationship Type="http://schemas.openxmlformats.org/officeDocument/2006/relationships/notesMaster" Target="/ppt/notesMasters/notesMaster1.xml" Id="R936b652b0e4841c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edc8807279b4363" /><Relationship Type="http://schemas.openxmlformats.org/officeDocument/2006/relationships/notesMaster" Target="/ppt/notesMasters/notesMaster1.xml" Id="Rb91bdefd59ff48f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443a3e4d35c4122" /><Relationship Type="http://schemas.openxmlformats.org/officeDocument/2006/relationships/notesMaster" Target="/ppt/notesMasters/notesMaster1.xml" Id="Rc7b1771cd3f3444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fcfb91b4f184218" /><Relationship Type="http://schemas.openxmlformats.org/officeDocument/2006/relationships/notesMaster" Target="/ppt/notesMasters/notesMaster1.xml" Id="R9f0b22cd1e03468f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e73da8f9027148c0" /><Relationship Type="http://schemas.openxmlformats.org/officeDocument/2006/relationships/notesMaster" Target="/ppt/notesMasters/notesMaster1.xml" Id="Rd02d67333a7d4e0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1e5ab0f39684df3" /><Relationship Type="http://schemas.openxmlformats.org/officeDocument/2006/relationships/notesMaster" Target="/ppt/notesMasters/notesMaster1.xml" Id="Rb24c54b8f3bd456a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5089b249e1984b54" /><Relationship Type="http://schemas.openxmlformats.org/officeDocument/2006/relationships/notesMaster" Target="/ppt/notesMasters/notesMaster1.xml" Id="R974e59c079ff487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d01a1b42f8f4549" /><Relationship Type="http://schemas.openxmlformats.org/officeDocument/2006/relationships/notesMaster" Target="/ppt/notesMasters/notesMaster1.xml" Id="R9af1857aef9c4b3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5fc10db7db254af2" /><Relationship Type="http://schemas.openxmlformats.org/officeDocument/2006/relationships/notesMaster" Target="/ppt/notesMasters/notesMaster1.xml" Id="Rd10e38fb71d04c6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798908f93a5d4654" /><Relationship Type="http://schemas.openxmlformats.org/officeDocument/2006/relationships/notesMaster" Target="/ppt/notesMasters/notesMaster1.xml" Id="R4647c88df283479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a7991b935b04c67" /><Relationship Type="http://schemas.openxmlformats.org/officeDocument/2006/relationships/notesMaster" Target="/ppt/notesMasters/notesMaster1.xml" Id="Ra3208b143f134f1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94ef6dd88d7406b" /><Relationship Type="http://schemas.openxmlformats.org/officeDocument/2006/relationships/notesMaster" Target="/ppt/notesMasters/notesMaster1.xml" Id="R51f8f76951d14f47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ed831e30769e46ac" /><Relationship Type="http://schemas.openxmlformats.org/officeDocument/2006/relationships/notesMaster" Target="/ppt/notesMasters/notesMaster1.xml" Id="R468c48f423f84642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fe6294c66494880" /><Relationship Type="http://schemas.openxmlformats.org/officeDocument/2006/relationships/notesMaster" Target="/ppt/notesMasters/notesMaster1.xml" Id="R6a11b3e361f0423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807ab984e6849f8" /><Relationship Type="http://schemas.openxmlformats.org/officeDocument/2006/relationships/notesMaster" Target="/ppt/notesMasters/notesMaster1.xml" Id="Rcb86ded800f74c4a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b9d01859551e4725" /><Relationship Type="http://schemas.openxmlformats.org/officeDocument/2006/relationships/notesMaster" Target="/ppt/notesMasters/notesMaster1.xml" Id="R92bc2e807f0b4eb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132f21bdb8ad4009" /><Relationship Type="http://schemas.openxmlformats.org/officeDocument/2006/relationships/notesMaster" Target="/ppt/notesMasters/notesMaster1.xml" Id="Rb8b56d96960a4b8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24bfb96abdd24128" /><Relationship Type="http://schemas.openxmlformats.org/officeDocument/2006/relationships/notesMaster" Target="/ppt/notesMasters/notesMaster1.xml" Id="R0fb16d371df74476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dc08230083f425f" /><Relationship Type="http://schemas.openxmlformats.org/officeDocument/2006/relationships/notesMaster" Target="/ppt/notesMasters/notesMaster1.xml" Id="R848af5359a88436d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c451b761220c47ae" /><Relationship Type="http://schemas.openxmlformats.org/officeDocument/2006/relationships/notesMaster" Target="/ppt/notesMasters/notesMaster1.xml" Id="R2b8824d3c997453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d3f9cc4ec61449e5" /><Relationship Type="http://schemas.openxmlformats.org/officeDocument/2006/relationships/notesMaster" Target="/ppt/notesMasters/notesMaster1.xml" Id="Ra7d0984d84994bc6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12480a4bebd84660" /><Relationship Type="http://schemas.openxmlformats.org/officeDocument/2006/relationships/notesMaster" Target="/ppt/notesMasters/notesMaster1.xml" Id="Rae2ac3feaeaf4bef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7fd6af4c9c224f83" /><Relationship Type="http://schemas.openxmlformats.org/officeDocument/2006/relationships/notesMaster" Target="/ppt/notesMasters/notesMaster1.xml" Id="Rf8318f16bc984e1e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ef7c04491b004936" /><Relationship Type="http://schemas.openxmlformats.org/officeDocument/2006/relationships/notesMaster" Target="/ppt/notesMasters/notesMaster1.xml" Id="R680c5b5a564b4b70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407a6fa56e95434c" /><Relationship Type="http://schemas.openxmlformats.org/officeDocument/2006/relationships/notesMaster" Target="/ppt/notesMasters/notesMaster1.xml" Id="R7f21570546e74b9b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4caf9e7eb2aa4a03" /><Relationship Type="http://schemas.openxmlformats.org/officeDocument/2006/relationships/notesMaster" Target="/ppt/notesMasters/notesMaster1.xml" Id="R8d53429695694e33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845c55d8e557403e" /><Relationship Type="http://schemas.openxmlformats.org/officeDocument/2006/relationships/notesMaster" Target="/ppt/notesMasters/notesMaster1.xml" Id="Rbb1331fd72214935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7fea7d7e64b149bb" /><Relationship Type="http://schemas.openxmlformats.org/officeDocument/2006/relationships/notesMaster" Target="/ppt/notesMasters/notesMaster1.xml" Id="Ra1c635e4a88843a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f7923fe26505415b" /><Relationship Type="http://schemas.openxmlformats.org/officeDocument/2006/relationships/notesMaster" Target="/ppt/notesMasters/notesMaster1.xml" Id="R1417ee2026b94bf0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de7c6bdbac094e3f" /><Relationship Type="http://schemas.openxmlformats.org/officeDocument/2006/relationships/notesMaster" Target="/ppt/notesMasters/notesMaster1.xml" Id="Ra224f9db21084e15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ec801798866248cc" /><Relationship Type="http://schemas.openxmlformats.org/officeDocument/2006/relationships/notesMaster" Target="/ppt/notesMasters/notesMaster1.xml" Id="R151c9afddbb14307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3a3f3157fcd94fb7" /><Relationship Type="http://schemas.openxmlformats.org/officeDocument/2006/relationships/notesMaster" Target="/ppt/notesMasters/notesMaster1.xml" Id="R612d084344e14f12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3def232169de4e92" /><Relationship Type="http://schemas.openxmlformats.org/officeDocument/2006/relationships/notesMaster" Target="/ppt/notesMasters/notesMaster1.xml" Id="Rd52d994a5dca452f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902013a361724c5f" /><Relationship Type="http://schemas.openxmlformats.org/officeDocument/2006/relationships/notesMaster" Target="/ppt/notesMasters/notesMaster1.xml" Id="Rddee823002d346eb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dc04698443f4963" /><Relationship Type="http://schemas.openxmlformats.org/officeDocument/2006/relationships/notesMaster" Target="/ppt/notesMasters/notesMaster1.xml" Id="Rb9fd10d1dfd24e4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7ebdafafce3c4b2b" /><Relationship Type="http://schemas.openxmlformats.org/officeDocument/2006/relationships/notesMaster" Target="/ppt/notesMasters/notesMaster1.xml" Id="R37b9f4777cfa4f43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e4841e0a39cc4d89" /><Relationship Type="http://schemas.openxmlformats.org/officeDocument/2006/relationships/notesMaster" Target="/ppt/notesMasters/notesMaster1.xml" Id="R2d255191090d47b0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84b89c240f1c409c" /><Relationship Type="http://schemas.openxmlformats.org/officeDocument/2006/relationships/notesMaster" Target="/ppt/notesMasters/notesMaster1.xml" Id="R629e5f3ea4694d3e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e4d32602994a470e" /><Relationship Type="http://schemas.openxmlformats.org/officeDocument/2006/relationships/notesMaster" Target="/ppt/notesMasters/notesMaster1.xml" Id="R638438a3701b4810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d475c7916cfa467d" /><Relationship Type="http://schemas.openxmlformats.org/officeDocument/2006/relationships/notesMaster" Target="/ppt/notesMasters/notesMaster1.xml" Id="Rc76ec408c7c0494b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2fdf714f62a54904" /><Relationship Type="http://schemas.openxmlformats.org/officeDocument/2006/relationships/notesMaster" Target="/ppt/notesMasters/notesMaster1.xml" Id="R3dfa9fa381c74033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c35dc42c1e9b4e33" /><Relationship Type="http://schemas.openxmlformats.org/officeDocument/2006/relationships/notesMaster" Target="/ppt/notesMasters/notesMaster1.xml" Id="R82cfe1d794184090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04e1c953ca3d4a95" /><Relationship Type="http://schemas.openxmlformats.org/officeDocument/2006/relationships/notesMaster" Target="/ppt/notesMasters/notesMaster1.xml" Id="R4ef398874d284a5f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7e0ff442f6094036" /><Relationship Type="http://schemas.openxmlformats.org/officeDocument/2006/relationships/notesMaster" Target="/ppt/notesMasters/notesMaster1.xml" Id="R30637db17bb342ed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7a8eefae6731467d" /><Relationship Type="http://schemas.openxmlformats.org/officeDocument/2006/relationships/notesMaster" Target="/ppt/notesMasters/notesMaster1.xml" Id="Re69e5e5a84d94e19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60468a207c9b4531" /><Relationship Type="http://schemas.openxmlformats.org/officeDocument/2006/relationships/notesMaster" Target="/ppt/notesMasters/notesMaster1.xml" Id="Ra2c1b2d79b3942cb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c601b81d7b7944e3" /><Relationship Type="http://schemas.openxmlformats.org/officeDocument/2006/relationships/notesMaster" Target="/ppt/notesMasters/notesMaster1.xml" Id="Rab521d0d16154981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05adf5c2584b44a1" /><Relationship Type="http://schemas.openxmlformats.org/officeDocument/2006/relationships/notesMaster" Target="/ppt/notesMasters/notesMaster1.xml" Id="Rca56f9f4315c4e9d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24b1fb134e8a4304" /><Relationship Type="http://schemas.openxmlformats.org/officeDocument/2006/relationships/notesMaster" Target="/ppt/notesMasters/notesMaster1.xml" Id="R8cb8f250ea174947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b422e1dfa3ac4989" /><Relationship Type="http://schemas.openxmlformats.org/officeDocument/2006/relationships/notesMaster" Target="/ppt/notesMasters/notesMaster1.xml" Id="Rad1352e4d0fd44d4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c9c4198d402d4126" /><Relationship Type="http://schemas.openxmlformats.org/officeDocument/2006/relationships/notesMaster" Target="/ppt/notesMasters/notesMaster1.xml" Id="Rf5524625337841a7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5481c46e8b2e4c5c" /><Relationship Type="http://schemas.openxmlformats.org/officeDocument/2006/relationships/notesMaster" Target="/ppt/notesMasters/notesMaster1.xml" Id="R1e5a98c2c21543ec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88c5fe7f3bcf4621" /><Relationship Type="http://schemas.openxmlformats.org/officeDocument/2006/relationships/notesMaster" Target="/ppt/notesMasters/notesMaster1.xml" Id="Rd642896a07374df8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b5f9046d4c78450a" /><Relationship Type="http://schemas.openxmlformats.org/officeDocument/2006/relationships/notesMaster" Target="/ppt/notesMasters/notesMaster1.xml" Id="Rde0e5e9759d648ae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084deb88f29a4b21" /><Relationship Type="http://schemas.openxmlformats.org/officeDocument/2006/relationships/notesMaster" Target="/ppt/notesMasters/notesMaster1.xml" Id="R55836e89428a4d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https://www.conamype.gob.sv/blog/2026/06/25/conamype-celebra-35-anos-impulsando-el-desarrollo-de-las-mype-salvadorenas-y-recibe-reconocimientos-por-su-trayectoria/</a:t>
            </a:r>
          </a:p>
          <a:p xmlns:a="http://schemas.openxmlformats.org/drawingml/2006/main">
            <a:r>
              <a:t>- https://www.elsalvador.travel/services/tourist-transportation/es/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https://www.conamype.gob.sv/blog/2026/07/07/conamype-koica-y-pnud-fortalecen-la-transformacion-digital-de-200-mype-con-canastas-digitales-mype-360/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https://learn.microsoft.com/en-us/aspnet/core/?view=aspnetcore-10.0</a:t>
            </a:r>
          </a:p>
          <a:p xmlns:a="http://schemas.openxmlformats.org/drawingml/2006/main">
            <a:r>
              <a:t>- https://learn.microsoft.com/en-us/ef/</a:t>
            </a:r>
          </a:p>
          <a:p xmlns:a="http://schemas.openxmlformats.org/drawingml/2006/main">
            <a:r>
              <a:t>- https://docs.docker.com/get-started/introduction/</a:t>
            </a:r>
          </a:p>
          <a:p xmlns:a="http://schemas.openxmlformats.org/drawingml/2006/main">
            <a:r>
              <a:t>- https://learn.microsoft.com/en-us/azure/container-apps/scale-app</a:t>
            </a:r>
          </a:p>
          <a:p xmlns:a="http://schemas.openxmlformats.org/drawingml/2006/main">
            <a:r>
              <a:t>- https://learn.microsoft.com/en-us/azure/postgresql/flexible-server/service-overview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https://azure.microsoft.com/en-us/free/students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https://learn.microsoft.com/en-us/azure/container-apps/scale-app</a:t>
            </a:r>
          </a:p>
          <a:p xmlns:a="http://schemas.openxmlformats.org/drawingml/2006/main">
            <a:r>
              <a:t>- https://learn.microsoft.com/en-us/azure/postgresql/flexible-server/service-overview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https://learn.microsoft.com/en-us/aspnet/core/?view=aspnetcore-10.0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https://learn.microsoft.com/en-us/ef/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https://www.asamblea.gob.sv/sites/default/files/documents/decretos/17458CF0-AB9B-482A-85A1-03834D5D89B7.pdf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https://learn.microsoft.com/en-us/azure/ai-foundry/responsible-ai/openai/overview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https://docs.docker.com/get-started/introduction/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https://learn.microsoft.com/en-us/azure/container-apps/scale-app</a:t>
            </a:r>
          </a:p>
          <a:p xmlns:a="http://schemas.openxmlformats.org/drawingml/2006/main">
            <a:r>
              <a:t>- https://learn.microsoft.com/en-us/azure/postgresql/flexible-server/service-overview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https://learn.microsoft.com/en-us/azure/postgresql/flexible-server/service-overview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https://www.asamblea.gob.sv/sites/default/files/documents/decretos/17458CF0-AB9B-482A-85A1-03834D5D89B7.pdf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https://www.elsalvador.travel/services/tourist-transportation/es/</a:t>
            </a:r>
          </a:p>
          <a:p xmlns:a="http://schemas.openxmlformats.org/drawingml/2006/main">
            <a:r>
              <a:t>- https://www.conamype.gob.sv/blog/2026/07/07/conamype-koica-y-pnud-fortalecen-la-transformacion-digital-de-200-mype-con-canastas-digitales-mype-360/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https://www.conamype.gob.sv/blog/2026/06/25/conamype-celebra-35-anos-impulsando-el-desarrollo-de-las-mype-salvadorenas-y-recibe-reconocimientos-por-su-trayectoria/</a:t>
            </a:r>
          </a:p>
          <a:p xmlns:a="http://schemas.openxmlformats.org/drawingml/2006/main">
            <a:r>
              <a:t>- https://www.elsalvador.travel/services/tourist-transportation/es/</a:t>
            </a:r>
          </a:p>
          <a:p xmlns:a="http://schemas.openxmlformats.org/drawingml/2006/main">
            <a:r>
              <a:t>- https://www.conamype.gob.sv/blog/2026/07/07/conamype-koica-y-pnud-fortalecen-la-transformacion-digital-de-200-mype-con-canastas-digitales-mype-360/</a:t>
            </a:r>
          </a:p>
          <a:p xmlns:a="http://schemas.openxmlformats.org/drawingml/2006/main">
            <a:r>
              <a:t>- https://www.asamblea.gob.sv/sites/default/files/documents/decretos/17458CF0-AB9B-482A-85A1-03834D5D89B7.pdf</a:t>
            </a:r>
          </a:p>
          <a:p xmlns:a="http://schemas.openxmlformats.org/drawingml/2006/main">
            <a:r>
              <a:t>- https://learn.microsoft.com/en-us/aspnet/core/?view=aspnetcore-10.0</a:t>
            </a:r>
          </a:p>
          <a:p xmlns:a="http://schemas.openxmlformats.org/drawingml/2006/main">
            <a:r>
              <a:t>- https://learn.microsoft.com/en-us/ef/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  <a:p xmlns:a="http://schemas.openxmlformats.org/drawingml/2006/main">
            <a:r>
              <a:t>- https://docs.docker.com/get-started/introduction/</a:t>
            </a:r>
          </a:p>
          <a:p xmlns:a="http://schemas.openxmlformats.org/drawingml/2006/main">
            <a:r>
              <a:t>- https://learn.microsoft.com/en-us/azure/container-apps/scale-app</a:t>
            </a:r>
          </a:p>
          <a:p xmlns:a="http://schemas.openxmlformats.org/drawingml/2006/main">
            <a:r>
              <a:t>- https://learn.microsoft.com/en-us/azure/postgresql/flexible-server/service-overview</a:t>
            </a:r>
          </a:p>
          <a:p xmlns:a="http://schemas.openxmlformats.org/drawingml/2006/main">
            <a:r>
              <a:t>- https://azure.microsoft.com/en-us/free/students</a:t>
            </a:r>
          </a:p>
          <a:p xmlns:a="http://schemas.openxmlformats.org/drawingml/2006/main">
            <a:r>
              <a:t>- https://learn.microsoft.com/en-us/azure/ai-foundry/responsible-ai/openai/overview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C:\Users\caleb\Documents\Estudios\Universidad\TECNICO\CICLO02\DSP\DSP Teoria\DSP Proyecto Catedra\tmp\pdfs\final-4_4-4_6-v2\Documentacion_Proyecto_Catedra_QA.pdf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16ffeb6e34d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12523bc44a477c" /><Relationship Type="http://schemas.openxmlformats.org/officeDocument/2006/relationships/slideLayout" Target="/ppt/slideLayouts/slideLayout1.xml" Id="Rfa6728c332e64f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6728c332e64f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edfacc0114608" /><Relationship Type="http://schemas.openxmlformats.org/officeDocument/2006/relationships/notesSlide" Target="/ppt/notesSlides/notesSlide1.xml" Id="R685cb735767a4c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7dd3d88b442fd" /><Relationship Type="http://schemas.openxmlformats.org/officeDocument/2006/relationships/notesSlide" Target="/ppt/notesSlides/notesSlide2.xml" Id="R676c0e3bb9e846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d60a285b24cb4" /><Relationship Type="http://schemas.openxmlformats.org/officeDocument/2006/relationships/notesSlide" Target="/ppt/notesSlides/notesSlide3.xml" Id="R430c05dd36d549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8acd68fff4894" /><Relationship Type="http://schemas.openxmlformats.org/officeDocument/2006/relationships/notesSlide" Target="/ppt/notesSlides/notesSlide4.xml" Id="R70c163930e2645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dbff92b644147" /><Relationship Type="http://schemas.openxmlformats.org/officeDocument/2006/relationships/notesSlide" Target="/ppt/notesSlides/notesSlide5.xml" Id="Rb1cf5d6b766c47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f4e69283644f6" /><Relationship Type="http://schemas.openxmlformats.org/officeDocument/2006/relationships/notesSlide" Target="/ppt/notesSlides/notesSlide6.xml" Id="R468339d7eae344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6b6829e5c4a46" /><Relationship Type="http://schemas.openxmlformats.org/officeDocument/2006/relationships/notesSlide" Target="/ppt/notesSlides/notesSlide7.xml" Id="Rfb45e694fed74e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16e3133aa4b21" /><Relationship Type="http://schemas.openxmlformats.org/officeDocument/2006/relationships/notesSlide" Target="/ppt/notesSlides/notesSlide8.xml" Id="Rc1163ef9b02e46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24d2a991644d9" /><Relationship Type="http://schemas.openxmlformats.org/officeDocument/2006/relationships/notesSlide" Target="/ppt/notesSlides/notesSlide9.xml" Id="Rc573666be46f4d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e71b3d06b4906" /><Relationship Type="http://schemas.openxmlformats.org/officeDocument/2006/relationships/notesSlide" Target="/ppt/notesSlides/notesSlide10.xml" Id="R38e0db0565cf43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b919ed6834f33" /><Relationship Type="http://schemas.openxmlformats.org/officeDocument/2006/relationships/notesSlide" Target="/ppt/notesSlides/notesSlide11.xml" Id="Rd1b884127ad442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c75bbd05444dd" /><Relationship Type="http://schemas.openxmlformats.org/officeDocument/2006/relationships/notesSlide" Target="/ppt/notesSlides/notesSlide12.xml" Id="Rbe881f42198e40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4e10e21d14166" /><Relationship Type="http://schemas.openxmlformats.org/officeDocument/2006/relationships/notesSlide" Target="/ppt/notesSlides/notesSlide13.xml" Id="Rbcf5c944febc4a7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579adcd964614" /><Relationship Type="http://schemas.openxmlformats.org/officeDocument/2006/relationships/notesSlide" Target="/ppt/notesSlides/notesSlide14.xml" Id="R776ae7dcff9147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029b1e34546bd" /><Relationship Type="http://schemas.openxmlformats.org/officeDocument/2006/relationships/notesSlide" Target="/ppt/notesSlides/notesSlide15.xml" Id="Raf02746251df4ad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bb769576049d7" /><Relationship Type="http://schemas.openxmlformats.org/officeDocument/2006/relationships/notesSlide" Target="/ppt/notesSlides/notesSlide16.xml" Id="Rc67f3331ee89404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fbbdc9c674aed" /><Relationship Type="http://schemas.openxmlformats.org/officeDocument/2006/relationships/notesSlide" Target="/ppt/notesSlides/notesSlide17.xml" Id="Rc9e882cbc1794c3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1518600dd4a65" /><Relationship Type="http://schemas.openxmlformats.org/officeDocument/2006/relationships/notesSlide" Target="/ppt/notesSlides/notesSlide18.xml" Id="Rfd971687aa684c4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94d7fe56d459d" /><Relationship Type="http://schemas.openxmlformats.org/officeDocument/2006/relationships/image" Target="/ppt/media/image.png" Id="R3787cc9ab92048e6" /><Relationship Type="http://schemas.openxmlformats.org/officeDocument/2006/relationships/notesSlide" Target="/ppt/notesSlides/notesSlide19.xml" Id="R7b82ec00157c4b8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ea68988af49fb" /><Relationship Type="http://schemas.openxmlformats.org/officeDocument/2006/relationships/notesSlide" Target="/ppt/notesSlides/notesSlide20.xml" Id="R262554e16ecf437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7eb52bb6046ff" /><Relationship Type="http://schemas.openxmlformats.org/officeDocument/2006/relationships/notesSlide" Target="/ppt/notesSlides/notesSlide21.xml" Id="Rdb4d57d58ab840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05be54fd745f9" /><Relationship Type="http://schemas.openxmlformats.org/officeDocument/2006/relationships/notesSlide" Target="/ppt/notesSlides/notesSlide22.xml" Id="Rbe94b33bd2a74ec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16771b63b4cae" /><Relationship Type="http://schemas.openxmlformats.org/officeDocument/2006/relationships/notesSlide" Target="/ppt/notesSlides/notesSlide23.xml" Id="R955b710bd85847b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2d05a497f4e70" /><Relationship Type="http://schemas.openxmlformats.org/officeDocument/2006/relationships/notesSlide" Target="/ppt/notesSlides/notesSlide24.xml" Id="Rbba0c5515a34477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ca57cb37c4aa6" /><Relationship Type="http://schemas.openxmlformats.org/officeDocument/2006/relationships/notesSlide" Target="/ppt/notesSlides/notesSlide25.xml" Id="R16e53487fed647f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6f34f7d394887" /><Relationship Type="http://schemas.openxmlformats.org/officeDocument/2006/relationships/notesSlide" Target="/ppt/notesSlides/notesSlide26.xml" Id="Re4ffc49ab14c4ef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386769f1d44c4" /><Relationship Type="http://schemas.openxmlformats.org/officeDocument/2006/relationships/notesSlide" Target="/ppt/notesSlides/notesSlide27.xml" Id="Rbfb99d3ca64d45b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38c0cd1864fe3" /><Relationship Type="http://schemas.openxmlformats.org/officeDocument/2006/relationships/notesSlide" Target="/ppt/notesSlides/notesSlide28.xml" Id="Rb573e9da85b24c1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4fd7ff6594a48" /><Relationship Type="http://schemas.openxmlformats.org/officeDocument/2006/relationships/image" Target="/ppt/media/image2.png" Id="Rd0cb91ee26c2426e" /><Relationship Type="http://schemas.openxmlformats.org/officeDocument/2006/relationships/notesSlide" Target="/ppt/notesSlides/notesSlide29.xml" Id="Ref2dd922e402400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396fbe6f54fc1" /><Relationship Type="http://schemas.openxmlformats.org/officeDocument/2006/relationships/image" Target="/ppt/media/image3.png" Id="R5e382f37d4ea4849" /><Relationship Type="http://schemas.openxmlformats.org/officeDocument/2006/relationships/notesSlide" Target="/ppt/notesSlides/notesSlide30.xml" Id="R497c727828794aa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4ea72d4b44dba" /><Relationship Type="http://schemas.openxmlformats.org/officeDocument/2006/relationships/image" Target="/ppt/media/image4.png" Id="R1cdf9f9f7c774e53" /><Relationship Type="http://schemas.openxmlformats.org/officeDocument/2006/relationships/notesSlide" Target="/ppt/notesSlides/notesSlide31.xml" Id="Ra6ec336b76a94c0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0ac2760284688" /><Relationship Type="http://schemas.openxmlformats.org/officeDocument/2006/relationships/image" Target="/ppt/media/image5.png" Id="Rea8f0fbe1a7f454c" /><Relationship Type="http://schemas.openxmlformats.org/officeDocument/2006/relationships/notesSlide" Target="/ppt/notesSlides/notesSlide32.xml" Id="Rf99fa415eb1040a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e421c9fe24321" /><Relationship Type="http://schemas.openxmlformats.org/officeDocument/2006/relationships/notesSlide" Target="/ppt/notesSlides/notesSlide33.xml" Id="R17bfe868d801424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f43d8045c4516" /><Relationship Type="http://schemas.openxmlformats.org/officeDocument/2006/relationships/image" Target="/ppt/media/image.jpeg" Id="Rd346c0efffcb4ab9" /><Relationship Type="http://schemas.openxmlformats.org/officeDocument/2006/relationships/notesSlide" Target="/ppt/notesSlides/notesSlide34.xml" Id="R479ead270c294bd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98fe5f76a44f0" /><Relationship Type="http://schemas.openxmlformats.org/officeDocument/2006/relationships/image" Target="/ppt/media/image2.jpeg" Id="Re41fde0741bd412f" /><Relationship Type="http://schemas.openxmlformats.org/officeDocument/2006/relationships/notesSlide" Target="/ppt/notesSlides/notesSlide35.xml" Id="R6cad60438b64429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92ba69f3a4103" /><Relationship Type="http://schemas.openxmlformats.org/officeDocument/2006/relationships/image" Target="/ppt/media/image3.jpeg" Id="Reda2be1839014f54" /><Relationship Type="http://schemas.openxmlformats.org/officeDocument/2006/relationships/notesSlide" Target="/ppt/notesSlides/notesSlide36.xml" Id="Red9ba3f4603647d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209e2f6104815" /><Relationship Type="http://schemas.openxmlformats.org/officeDocument/2006/relationships/image" Target="/ppt/media/image4.jpeg" Id="R6528a754157645f6" /><Relationship Type="http://schemas.openxmlformats.org/officeDocument/2006/relationships/notesSlide" Target="/ppt/notesSlides/notesSlide37.xml" Id="R530c56a4003c490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f445156f34b17" /><Relationship Type="http://schemas.openxmlformats.org/officeDocument/2006/relationships/notesSlide" Target="/ppt/notesSlides/notesSlide38.xml" Id="R63a18382f34746e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ca7ec759b42f0" /><Relationship Type="http://schemas.openxmlformats.org/officeDocument/2006/relationships/notesSlide" Target="/ppt/notesSlides/notesSlide39.xml" Id="R6b4bddeb0a5e47d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d51850a2d4c1d" /><Relationship Type="http://schemas.openxmlformats.org/officeDocument/2006/relationships/notesSlide" Target="/ppt/notesSlides/notesSlide40.xml" Id="R1082156170c846a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4118755214559" /><Relationship Type="http://schemas.openxmlformats.org/officeDocument/2006/relationships/notesSlide" Target="/ppt/notesSlides/notesSlide41.xml" Id="R0b70602841554ab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50d8a962f4992" /><Relationship Type="http://schemas.openxmlformats.org/officeDocument/2006/relationships/notesSlide" Target="/ppt/notesSlides/notesSlide42.xml" Id="R4f02f502e3d548c0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448f48c7e4408" /><Relationship Type="http://schemas.openxmlformats.org/officeDocument/2006/relationships/notesSlide" Target="/ppt/notesSlides/notesSlide43.xml" Id="R1ccf48ddf71e4d2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b43c66dc84e4e" /><Relationship Type="http://schemas.openxmlformats.org/officeDocument/2006/relationships/notesSlide" Target="/ppt/notesSlides/notesSlide44.xml" Id="R2fd41fe8a08545c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0737b7699417f" /><Relationship Type="http://schemas.openxmlformats.org/officeDocument/2006/relationships/notesSlide" Target="/ppt/notesSlides/notesSlide45.xml" Id="R433ecac15adf40f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23cc24c6a4ab6" /><Relationship Type="http://schemas.openxmlformats.org/officeDocument/2006/relationships/notesSlide" Target="/ppt/notesSlides/notesSlide46.xml" Id="Re2b3f6e04dfb4794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7e28498bd4692" /><Relationship Type="http://schemas.openxmlformats.org/officeDocument/2006/relationships/notesSlide" Target="/ppt/notesSlides/notesSlide47.xml" Id="R2cb3e4f57ad847af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4f3e4eb10405b" /><Relationship Type="http://schemas.openxmlformats.org/officeDocument/2006/relationships/notesSlide" Target="/ppt/notesSlides/notesSlide48.xml" Id="R2bec961473b246c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0a732b3b24c69" /><Relationship Type="http://schemas.openxmlformats.org/officeDocument/2006/relationships/notesSlide" Target="/ppt/notesSlides/notesSlide49.xml" Id="Re3d51566a9cc4ad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3e0eb847c4fa8" /><Relationship Type="http://schemas.openxmlformats.org/officeDocument/2006/relationships/notesSlide" Target="/ppt/notesSlides/notesSlide50.xml" Id="R389872cfbc0f47d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786b02f1c48f6" /><Relationship Type="http://schemas.openxmlformats.org/officeDocument/2006/relationships/notesSlide" Target="/ppt/notesSlides/notesSlide51.xml" Id="Reab1390ee20948e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345d909254b33" /><Relationship Type="http://schemas.openxmlformats.org/officeDocument/2006/relationships/image" Target="/ppt/media/image6.png" Id="R257619e671f24cff" /><Relationship Type="http://schemas.openxmlformats.org/officeDocument/2006/relationships/notesSlide" Target="/ppt/notesSlides/notesSlide52.xml" Id="R87e9165dcba744f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2f55178d30488d" /><Relationship Type="http://schemas.openxmlformats.org/officeDocument/2006/relationships/notesSlide" Target="/ppt/notesSlides/notesSlide53.xml" Id="R3171351f96b54ffb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8e3de20a24fec" /><Relationship Type="http://schemas.openxmlformats.org/officeDocument/2006/relationships/notesSlide" Target="/ppt/notesSlides/notesSlide54.xml" Id="R0b3176c767e54f83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dbb89d5fd4be6" /><Relationship Type="http://schemas.openxmlformats.org/officeDocument/2006/relationships/notesSlide" Target="/ppt/notesSlides/notesSlide55.xml" Id="R923379515d314fc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1d254b41148bd" /><Relationship Type="http://schemas.openxmlformats.org/officeDocument/2006/relationships/notesSlide" Target="/ppt/notesSlides/notesSlide56.xml" Id="R062c9fe2e5574e03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7b650e8634388" /><Relationship Type="http://schemas.openxmlformats.org/officeDocument/2006/relationships/notesSlide" Target="/ppt/notesSlides/notesSlide57.xml" Id="Rc7f8af60a284435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0e20403fb4720" /><Relationship Type="http://schemas.openxmlformats.org/officeDocument/2006/relationships/notesSlide" Target="/ppt/notesSlides/notesSlide58.xml" Id="R728a3c5fbcf1447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37221ba0f4235" /><Relationship Type="http://schemas.openxmlformats.org/officeDocument/2006/relationships/notesSlide" Target="/ppt/notesSlides/notesSlide59.xml" Id="Rf2f59dde03d243cb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051264a6a451a" /><Relationship Type="http://schemas.openxmlformats.org/officeDocument/2006/relationships/notesSlide" Target="/ppt/notesSlides/notesSlide60.xml" Id="Rb715f8437018470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e156f4b634a21" /><Relationship Type="http://schemas.openxmlformats.org/officeDocument/2006/relationships/notesSlide" Target="/ppt/notesSlides/notesSlide61.xml" Id="Rc86e4dbbe8f04226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f9bf683b84632" /><Relationship Type="http://schemas.openxmlformats.org/officeDocument/2006/relationships/notesSlide" Target="/ppt/notesSlides/notesSlide62.xml" Id="Rf591303dde534059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bd02d3e354380" /><Relationship Type="http://schemas.openxmlformats.org/officeDocument/2006/relationships/notesSlide" Target="/ppt/notesSlides/notesSlide63.xml" Id="R04ead33abcfb43d8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90276b9804aba" /><Relationship Type="http://schemas.openxmlformats.org/officeDocument/2006/relationships/notesSlide" Target="/ppt/notesSlides/notesSlide64.xml" Id="R1720545cf8674154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791af4bd6462f" /><Relationship Type="http://schemas.openxmlformats.org/officeDocument/2006/relationships/notesSlide" Target="/ppt/notesSlides/notesSlide65.xml" Id="R2a26da50c7034e86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a8e129eae408f" /><Relationship Type="http://schemas.openxmlformats.org/officeDocument/2006/relationships/notesSlide" Target="/ppt/notesSlides/notesSlide66.xml" Id="R501407c4375341e6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77b1201164b81" /><Relationship Type="http://schemas.openxmlformats.org/officeDocument/2006/relationships/notesSlide" Target="/ppt/notesSlides/notesSlide67.xml" Id="R140cd64d3aa34ff9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3874ddc73476d" /><Relationship Type="http://schemas.openxmlformats.org/officeDocument/2006/relationships/notesSlide" Target="/ppt/notesSlides/notesSlide68.xml" Id="R8ff8e5bd950f4a10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98c9c81fc443f" /><Relationship Type="http://schemas.openxmlformats.org/officeDocument/2006/relationships/notesSlide" Target="/ppt/notesSlides/notesSlide69.xml" Id="R4d0218ac02d64143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74bf423a34ab0" /><Relationship Type="http://schemas.openxmlformats.org/officeDocument/2006/relationships/notesSlide" Target="/ppt/notesSlides/notesSlide70.xml" Id="Rbbd7b6e586a0450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81a3b05854f87" /><Relationship Type="http://schemas.openxmlformats.org/officeDocument/2006/relationships/notesSlide" Target="/ppt/notesSlides/notesSlide71.xml" Id="R69c4ab52007a4f83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9011ce96940ca" /><Relationship Type="http://schemas.openxmlformats.org/officeDocument/2006/relationships/notesSlide" Target="/ppt/notesSlides/notesSlide72.xml" Id="R5b5b65f980ae4fc6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6747c01b2453a" /><Relationship Type="http://schemas.openxmlformats.org/officeDocument/2006/relationships/notesSlide" Target="/ppt/notesSlides/notesSlide73.xml" Id="R965e3ef8e4144238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a8da652524dd2" /><Relationship Type="http://schemas.openxmlformats.org/officeDocument/2006/relationships/notesSlide" Target="/ppt/notesSlides/notesSlide74.xml" Id="Rfcbcd22fbcdc4863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a7eb71e4d482c" /><Relationship Type="http://schemas.openxmlformats.org/officeDocument/2006/relationships/notesSlide" Target="/ppt/notesSlides/notesSlide75.xml" Id="R5afd4ae905c743da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2076936584504" /><Relationship Type="http://schemas.openxmlformats.org/officeDocument/2006/relationships/notesSlide" Target="/ppt/notesSlides/notesSlide76.xml" Id="R682a3c326e8a4e96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d2da04d4d42e1" /><Relationship Type="http://schemas.openxmlformats.org/officeDocument/2006/relationships/notesSlide" Target="/ppt/notesSlides/notesSlide77.xml" Id="R2878d8ec0d8149f0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e5887b68b439a" /><Relationship Type="http://schemas.openxmlformats.org/officeDocument/2006/relationships/notesSlide" Target="/ppt/notesSlides/notesSlide78.xml" Id="Raff05b14b1ac4ed7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66b6a9d4240f0" /><Relationship Type="http://schemas.openxmlformats.org/officeDocument/2006/relationships/notesSlide" Target="/ppt/notesSlides/notesSlide79.xml" Id="R88576b010c734759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08d6e9353483e" /><Relationship Type="http://schemas.openxmlformats.org/officeDocument/2006/relationships/notesSlide" Target="/ppt/notesSlides/notesSlide80.xml" Id="R5115f50cc32e4618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5c4f3b2c04e8e" /><Relationship Type="http://schemas.openxmlformats.org/officeDocument/2006/relationships/notesSlide" Target="/ppt/notesSlides/notesSlide81.xml" Id="R9481b9a76e9b4b15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11488b78f44e6" /><Relationship Type="http://schemas.openxmlformats.org/officeDocument/2006/relationships/notesSlide" Target="/ppt/notesSlides/notesSlide82.xml" Id="R9e231bfb43a747ce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7988a24644814" /><Relationship Type="http://schemas.openxmlformats.org/officeDocument/2006/relationships/notesSlide" Target="/ppt/notesSlides/notesSlide83.xml" Id="R5e7eb02097a84ef3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4af54c76844f8" /><Relationship Type="http://schemas.openxmlformats.org/officeDocument/2006/relationships/notesSlide" Target="/ppt/notesSlides/notesSlide84.xml" Id="Rab9d12b7ff2b475f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f7a172da9c4a9a" /><Relationship Type="http://schemas.openxmlformats.org/officeDocument/2006/relationships/notesSlide" Target="/ppt/notesSlides/notesSlide85.xml" Id="Re50ec6fdd4124590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1dffe43604a25" /><Relationship Type="http://schemas.openxmlformats.org/officeDocument/2006/relationships/notesSlide" Target="/ppt/notesSlides/notesSlide86.xml" Id="Rad6d625a42d644ad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f186d85a44fd0" /><Relationship Type="http://schemas.openxmlformats.org/officeDocument/2006/relationships/notesSlide" Target="/ppt/notesSlides/notesSlide87.xml" Id="Ra20bca8325224a94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7ec926b2b40a9" /><Relationship Type="http://schemas.openxmlformats.org/officeDocument/2006/relationships/notesSlide" Target="/ppt/notesSlides/notesSlide88.xml" Id="Rcf8c8e824e364c6f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eb9a74c6c4c88" /><Relationship Type="http://schemas.openxmlformats.org/officeDocument/2006/relationships/notesSlide" Target="/ppt/notesSlides/notesSlide89.xml" Id="R2907310ed44c407d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b962a99934ecc" /><Relationship Type="http://schemas.openxmlformats.org/officeDocument/2006/relationships/notesSlide" Target="/ppt/notesSlides/notesSlide90.xml" Id="R2c45f49fd79349d5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7143b14ab4ed7" /><Relationship Type="http://schemas.openxmlformats.org/officeDocument/2006/relationships/notesSlide" Target="/ppt/notesSlides/notesSlide91.xml" Id="R3da8ca4592b24c2e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844c4e4b44c7e" /><Relationship Type="http://schemas.openxmlformats.org/officeDocument/2006/relationships/notesSlide" Target="/ppt/notesSlides/notesSlide92.xml" Id="R9187dd8fdcad486b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6e1dbfa884c11" /><Relationship Type="http://schemas.openxmlformats.org/officeDocument/2006/relationships/notesSlide" Target="/ppt/notesSlides/notesSlide93.xml" Id="R46d67a5be5804b59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cc6f605014312" /><Relationship Type="http://schemas.openxmlformats.org/officeDocument/2006/relationships/notesSlide" Target="/ppt/notesSlides/notesSlide94.xml" Id="Ref55fd67e5774764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10639c55749e7" /><Relationship Type="http://schemas.openxmlformats.org/officeDocument/2006/relationships/notesSlide" Target="/ppt/notesSlides/notesSlide95.xml" Id="R1afcdb63ffed4d4d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e3800358f44fd" /><Relationship Type="http://schemas.openxmlformats.org/officeDocument/2006/relationships/notesSlide" Target="/ppt/notesSlides/notesSlide96.xml" Id="R8ca816cadd854a11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68866121d40ba" /><Relationship Type="http://schemas.openxmlformats.org/officeDocument/2006/relationships/notesSlide" Target="/ppt/notesSlides/notesSlide97.xml" Id="Red30066250514ce7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35a1fa9494350" /><Relationship Type="http://schemas.openxmlformats.org/officeDocument/2006/relationships/notesSlide" Target="/ppt/notesSlides/notesSlide98.xml" Id="Rfbff038703c94f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ECD526-420D-41C1-8035-6ED07699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UNIVERSIDAD DON BOSCO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5B947-553C-4E38-8D96-4C74A40F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Rentavía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522B3-F105-4144-A61A-E2C74AB3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4787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Sistema web inteligente para la gestión de renta de vehículos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2ACF4-60F9-48BF-81CC-1AA49BB9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4117F-2D56-4EBC-B149-344C0E5C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895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Proyecto de Cátedra — Fase 1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Desarrollo de Aplicaciones con Software Propietario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8BB68-44CC-443B-B93F-F6086783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43350"/>
            <a:ext cx="7239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Josue Gamaliel Flores Figueroa — FF233029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Cristian Josué Torres Reyes — TR240516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Michael Caleb Ortiz Melendez — OM260275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Nathaly Ivania Martinez Guerrero — MG260121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Jimmy Steeven Peña Saravia — PS260123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7AC6B-49EF-4506-9EB0-F737ACD3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72125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Docente: Ing. Rene Mauricio Tejada</a:t>
            </a:r>
          </a:p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24 de agosto de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68EF9-B8CD-4FCC-AA11-343C1DC9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A7814-57B2-4687-A524-F0E8860E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Una aplicación web se ejecuta en un servidor y se usa desde un navegador; centraliza procesos sin instalar un programa distinto en cada equipo.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3C1C8-B2F5-4807-9E06-469C2B8F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43825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E49B9-53AD-403A-A36C-123C931F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INTRODUCCIÓN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97E7B-32FE-4A5B-A100-F3ACC645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Ficha del proyecto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4051D-A350-465B-A19B-0232B6A8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29FF2-99CE-4263-8E8C-3EBF919C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0DF70-1265-4FA9-8461-E8339D7A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Una aplicación web se ejecuta en un servidor y se usa desde un navegador; centraliza procesos sin instalar un programa distinto en cada equipo.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339E2-B8E1-4CAE-A4FA-E4C883AD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881524-1924-42E9-AF88-E0A38EC4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Sistema web para pequeñas y medianas agencias salvadoreñas de renta de vehículos.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Problema de partida: hojas de cálculo, agendas, llamadas y mensajería separadas.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Centraliza clientes, flota, reservas, contratos, devoluciones, mantenimiento y reportes.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IA recomienda únicamente vehículos que existen y están disponibles.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propuesta debe validarse durante la Fase II.</a:t>
            </a:r>
          </a:p>
        </p:txBody>
      </p:sp>
    </p:spTree>
    <p:extLst>
      <p:ext uri="{BB962C8B-B14F-4D97-AF65-F5344CB8AC3E}">
        <p14:creationId xmlns:p14="http://schemas.microsoft.com/office/powerpoint/2010/main" val="19146511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051F2-F996-4F8C-B66C-463F1328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INTRODUCCIÓN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C1188-6418-45A3-A240-A38C09E3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Contenido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C16D9-CC21-49BE-B577-83BF165F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7E775-D25D-47E1-AFCF-6C3C1BE7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9B90E-3617-4415-8073-0BA1A0B2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documentación técnica conecta problema, requisitos, diseño, datos, implementación y validación para conservar trazabilidad de extremo a extremo.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A3C5D-C125-4886-82F0-31F06690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E421C0-6B5C-44D5-9875-FC4B10C2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Contexto, problema y usuarios.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Solución, alcance y criterios de éxito.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Factibilidad, prototipos y UML.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Arquitectura, seguridad e inteligencia artificial.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C247A-2169-46AA-9D5A-D9F5CDEA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Base de datos y diccionario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Requisitos, plan de trabajo, resultados y conclusiones.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Glosario de siglas, conceptos y tecnologías; bibliografía.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F0EE4D-FD4C-47E0-825C-1308DD81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47131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F903F-FAAB-4B1B-9D85-A2A1D590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DESCRIPCIÓN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057B6-47D4-45AF-B85F-2ACBDCAF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Descripción general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EB0C2-BC25-47DE-B382-16E67740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552A7-90CD-4F5A-856A-10F8857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9BBD4-38D5-4EA8-8D3E-EFCA17AC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Una aplicación web se ejecuta en un servidor y se usa desde un navegador; centraliza procesos sin instalar un programa distinto en cada equipo.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6AA308-DB72-4F49-A834-7095EC5D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C1282-CDE2-4898-8E33-8BFA20FB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Aplicación web centralizada para la operación completa de una agencia pequeña.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Disponibilidad real de flota en un rango de fechas.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Automatización del ciclo reserva → alquiler → devolución → mantenimiento.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Reportes básicos para la toma de decisiones.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Recomendación inteligente orientativa y sujeta a confirmación humana.</a:t>
            </a:r>
          </a:p>
        </p:txBody>
      </p:sp>
    </p:spTree>
    <p:extLst>
      <p:ext uri="{BB962C8B-B14F-4D97-AF65-F5344CB8AC3E}">
        <p14:creationId xmlns:p14="http://schemas.microsoft.com/office/powerpoint/2010/main" val="340129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4572F-DABA-4ACC-B222-A7C6BF38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DESCRIPCIÓN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EEF94-C2CE-4D96-AAD6-967F410A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Objetivo general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19220-79E5-4CD4-A9B4-0D17E946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F21E9-BC5A-4A84-9E2D-E637CB52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3DBC9-789A-4109-864B-ECCB58B0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objetivo expresa el resultado que orienta el proyecto; debe conectarse con funciones, entregables e indicadores verificables.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BE1CA-3082-4144-85FC-8CE6A287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396A4-4424-4185-9B98-96B0A096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Desarrollar un sistema web seguro, modular y escalable.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Centralizar la información de la flota y los clientes.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Automatizar reserva, entrega, devolución y mantenimiento.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Incorporar un asistente inteligente de recomendación.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Reducir errores operativos, mejorar la trazabilidad y elevar la calidad del servicio.</a:t>
            </a:r>
          </a:p>
        </p:txBody>
      </p:sp>
    </p:spTree>
    <p:extLst>
      <p:ext uri="{BB962C8B-B14F-4D97-AF65-F5344CB8AC3E}">
        <p14:creationId xmlns:p14="http://schemas.microsoft.com/office/powerpoint/2010/main" val="442565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E794D-6E0B-4793-9E4A-64143DB2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DESCRIPCIÓN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12FE1-E8A4-4235-B504-0EFADFC1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Objetivos específicos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F456F-4AA2-4FD1-9656-771CFFA4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E9CE5-4CE9-4797-96FD-B4CEEFA1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F31B9-EFFD-46D6-933F-8FC756F7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objetivo expresa el resultado que orienta el proyecto; debe conectarse con funciones, entregables e indicadores verificables.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75481-555A-43D1-A775-81CC74AA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DE660-D698-4257-B8DE-F6BB48EC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Centralizar clientes, vehículos, categorías, tarifas, disponibilidad, reservas, alquileres, devoluciones y mantenimientos en una base relacional.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Impedir reservas superpuestas y automatizar tarifas, días de alquiler y cargos adicionales.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Recomendar vehículos por pasajeros, equipaje, viaje, transmisión, presupuesto y preferencias.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Implementar servicios web, autenticación, autorización por rol y protección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Contenerizar con Docker y proponer despliegue en Microsoft Azure.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Mantener una arquitectura en capas para pruebas, mantenimiento y escalabilidad.</a:t>
            </a:r>
          </a:p>
        </p:txBody>
      </p:sp>
    </p:spTree>
    <p:extLst>
      <p:ext uri="{BB962C8B-B14F-4D97-AF65-F5344CB8AC3E}">
        <p14:creationId xmlns:p14="http://schemas.microsoft.com/office/powerpoint/2010/main" val="18930147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CC08E-D0DC-41F1-B0DA-FE820ECD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ANÁLISIS DEL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F87E1-56A6-454F-BD36-53DA508A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Contexto salvadoreño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E1B3B-D6A6-4881-9824-1600E68A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DDE5C-7701-4911-B0AF-23AEE389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0C463-F2C3-401A-83FA-108C916A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transformación digital integra procesos, personas y tecnología para convertir registros dispersos en información útil y trazable.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578BC-E56E-4507-B16D-2EDE4B9A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D2D55-E9D5-46CC-BC79-6CEA72CE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CONAMYPE reportó más de 276,000 servicios empresariales y cerca de 52,000 registros MYPE en siete años [1].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directorio oficial de transporte turístico incluye operadores registrados y arrendadoras de vehículos [2].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observación inicial sugiere agencias independientes con pocos empleados y flotas reducidas.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Esa observación se trata como hipótesis y deberá validarse con trabajo de campo.</a:t>
            </a:r>
          </a:p>
        </p:txBody>
      </p:sp>
    </p:spTree>
    <p:extLst>
      <p:ext uri="{BB962C8B-B14F-4D97-AF65-F5344CB8AC3E}">
        <p14:creationId xmlns:p14="http://schemas.microsoft.com/office/powerpoint/2010/main" val="18340974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9FF20-B783-4C8A-BD03-9A3DB2D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ANÁLISIS DEL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523EB9-5264-4C25-ADB5-FBE8646A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Transformación digital y pertinencia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6CF15-37F2-4A60-A6C3-F9526732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10F6A-BC6B-4068-899C-67206AB5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427B8-6057-4746-BDF4-B819FDA6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inteligencia artificial genera o prioriza sugerencias; debe recibir candidatos filtrados, producir una salida validable y contar con una alternativa por reglas.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AE009-2849-40E0-A0DF-8317C30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320780-1C25-4476-B8CE-2B6E4C78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En 2026, CONAMYPE, MITUR, KOICA y PNUD entregaron herramientas digitales a 200 MYPE del sector turismo [3].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propuesta se alinea con la digitalización tecnológica, comercial y administrativa.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adopción depende de que la solución sea sencilla, asequible y adaptable.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Los beneficios todavía no son resultados medidos; son hipótesis de mejora.</a:t>
            </a:r>
          </a:p>
        </p:txBody>
      </p:sp>
    </p:spTree>
    <p:extLst>
      <p:ext uri="{BB962C8B-B14F-4D97-AF65-F5344CB8AC3E}">
        <p14:creationId xmlns:p14="http://schemas.microsoft.com/office/powerpoint/2010/main" val="21079372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A6B73-6E91-4846-BDAD-E4B3BA53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ANÁLISIS DEL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E3B7B-7C9D-4C08-B785-9886F4E2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Problema identificado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8E69C-9CB1-4BC4-8919-A9A21A73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5546B1-8247-4103-8234-08B29B2A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F9E36-7E9E-486C-B77F-3A815670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Una fuente única de información centraliza el dato oficial; reduce duplicidad, inconsistencias y decisiones basadas en registros desactualizados.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FDB08-9FB9-4B8D-82A4-012D18F1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93F53-FC9A-4E34-8340-C18FFDDD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No existe una única fuente confiable de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Pueden producirse reservas duplicadas o asignaciones superpuestas.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Consultar disponibilidad por fechas consume tiempo.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historial de clientes, contratos, pagos, inspecciones, daños y cargos está disperso.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1F2E7-6797-43C7-9FD2-26FC182E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Faltan alertas de devoluciones, retrasos y mantenimiento.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Es difícil medir utilización, ingresos y demanda.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Las recomendaciones dependen de criterios no uniformes.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C9F60-800F-472B-92B4-0E761C8C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886793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91003-FD30-4F1D-B940-B0775239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ANÁLISIS DEL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A0515-5842-4AFB-8E39-8EE30752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Usuarios afectados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5CD3C-1934-4672-8CE6-10FCD03A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8F282-26A3-4CCF-8138-1F668B06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CFE4F-77C9-4128-BE16-6EC70D09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usuario es una persona o rol que interactúa con el sistema; identificar sus tareas permite diseñar permisos y flujos adecuados.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2ECC3E-B97D-4C8D-BDC4-14C2D737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ACD30-311C-497A-9DE1-0A99BD19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Propietario o administrador: necesita indicadores y control general.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Empleado de atención: registra clientes, consulta disponibilidad y crea reservas.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Encargado de flota: registra entrega, devolución, inspección y mantenimiento.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Cliente: necesita opciones adecuadas, información clara y confirmaciones oportunas.</a:t>
            </a:r>
          </a:p>
        </p:txBody>
      </p:sp>
    </p:spTree>
    <p:extLst>
      <p:ext uri="{BB962C8B-B14F-4D97-AF65-F5344CB8AC3E}">
        <p14:creationId xmlns:p14="http://schemas.microsoft.com/office/powerpoint/2010/main" val="8958280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03D0C-A943-430E-8994-AFB5DE9E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ANÁLISIS DEL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99129-F4DB-44D4-8E60-B2D0E3A1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Impacto y línea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678EF0-E99F-465E-BAC5-37DE7146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03BD4-2396-49D3-9354-CCDC7C6B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9E6B4-7EBD-4D8D-8EA4-BA02A54F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indicador es una medida verificable; la línea base registra el estado inicial para comparar posteriormente el efecto real del sistema.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1DF3E-34F0-4248-8D31-BAD767DC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B4618-61F2-4AA2-9C07-9D3853EC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fragmentación aumenta búsquedas, inconsistencias y coordinación manual.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Dificulta conocer el estado real de cada vehículo.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Complica reconstruir una operación ante consultas o reclamos.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impacto se medirá con tiempos de proceso, incidencias y percepción de usuarios.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No deben declararse porcentajes de mejora antes de levantar la línea base.</a:t>
            </a:r>
          </a:p>
        </p:txBody>
      </p:sp>
    </p:spTree>
    <p:extLst>
      <p:ext uri="{BB962C8B-B14F-4D97-AF65-F5344CB8AC3E}">
        <p14:creationId xmlns:p14="http://schemas.microsoft.com/office/powerpoint/2010/main" val="1260902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89A43-E957-49D0-932F-CC5E5BDBC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ANÁLISIS DEL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BD71E-F40B-4B3B-9FBA-35156CA7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Solución propuesta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707B3-C8FF-4ED9-9036-40CF5454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F98F4-7055-4674-95EB-AEB0A882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A34ED-3E14-4769-A329-A77D63DE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Una aplicación web se ejecuta en un servidor y se usa desde un navegador; centraliza procesos sin instalar un programa distinto en cada equipo.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35488-9927-4310-B611-69317F40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5B4C7-967C-4904-AC30-333E21C4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Aplicación web responsive con autenticación por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Agenda central de disponibilidad y bloqueo de conflictos de fechas.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Historial completo por vehículo.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Conversión de reserva en alquiler y registro de devolución.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Mantenimiento con bloqueo temporal de disponibilidad.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Reportes operativos para apoyar decisiones.</a:t>
            </a:r>
          </a:p>
        </p:txBody>
      </p:sp>
    </p:spTree>
    <p:extLst>
      <p:ext uri="{BB962C8B-B14F-4D97-AF65-F5344CB8AC3E}">
        <p14:creationId xmlns:p14="http://schemas.microsoft.com/office/powerpoint/2010/main" val="20691860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99122-844C-4F0B-9850-C8169800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ANÁLISIS DEL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34D27-7967-4162-9661-95D235CF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Cómo funciona el recomendador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26449D-D55B-4AA8-8EBF-7C7FCA71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A62731-2125-4089-9816-83FC0E65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CB730-B62E-4D4B-B3CA-55052BBD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inteligencia artificial genera o prioriza sugerencias; debe recibir candidatos filtrados, producir una salida validable y contar con una alternativa por reglas.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8C759-17D5-40E5-9319-0C382977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2B929-E746-41FB-BF69-70DC66B1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servidor consulta primero la disponibilidad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Reglas determinísticas filtran candidatos por restricciones objetivas.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IA ordena o explica alternativas según preferencias.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backend valida identificadores y salida.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usuario revisa y decide.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IA no confirma reservas ni toma decisiones legales o financieras.</a:t>
            </a:r>
          </a:p>
        </p:txBody>
      </p:sp>
    </p:spTree>
    <p:extLst>
      <p:ext uri="{BB962C8B-B14F-4D97-AF65-F5344CB8AC3E}">
        <p14:creationId xmlns:p14="http://schemas.microsoft.com/office/powerpoint/2010/main" val="12758742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B493F-3294-4076-ADC6-69081917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ANÁLISIS DEL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E22D7-884A-4EEC-932A-6BCC2210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Alcance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D5C82-F750-46C3-A1EB-F37F3D6C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EE983-5BC9-4F6E-AB43-EE1092AD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218CB-95C0-4F81-961B-65F26307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inteligencia artificial genera o prioriza sugerencias; debe recibir candidatos filtrados, producir una salida validable y contar con una alternativa por reglas.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2E199-A120-4F97-9DC3-93995BFA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CA9CC-B2BA-4599-8A7E-761031EB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Una agencia con una o más sucursales configurables.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Prioridad: operación pequeña y flujo principal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Identidad, clientes, flota, reservas y alquileres.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Devoluciones, pagos, cargos, mantenimiento y reportes.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Recomendación inteligente y auditoría.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Prototipo académico y piloto controlado.</a:t>
            </a:r>
          </a:p>
        </p:txBody>
      </p:sp>
    </p:spTree>
    <p:extLst>
      <p:ext uri="{BB962C8B-B14F-4D97-AF65-F5344CB8AC3E}">
        <p14:creationId xmlns:p14="http://schemas.microsoft.com/office/powerpoint/2010/main" val="16985622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5FBF2-F7C4-4D2B-8AD6-123593F0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ANÁLISIS DEL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13C55D-383C-45B1-9AD2-A98B51C9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Fuera del alcance inicial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5A736-10E1-40B5-BE99-A082E253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B2E26-5524-4D89-8D66-6D9E44D4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8FB6C-70CE-4611-9938-33386B38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inteligencia artificial genera o prioriza sugerencias; debe recibir candidatos filtrados, producir una salida validable y contar con una alternativa por reglas.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8F8A2-F22B-48FC-9F02-8865D8DA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7C24E-DAD6-4039-B590-A9D592BD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Pasarela de pagos.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Rastreo GPS.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Integración con aseguradoras o instituciones públicas.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Aplicación móvil nativa.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F6EC1-5A8F-45D4-AFB7-A19C72B3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Reconocimiento automático de daños.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Fijación dinámica de precios.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Estas funciones quedan como extensiones futuras.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C542AC-F61D-4597-BBC2-A7E1F664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20740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02339-4074-41B2-A7C8-444E0CEE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ANÁLISIS DEL 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32667-5ADB-4F4D-91A9-2E4F515D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Criterios de éxito propuestos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F9871-6656-4CBF-9D8F-770D79A69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48E09-2A9E-4697-87AE-BB371076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A2391-FB3C-4A31-976C-228BC73F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trazabilidad permite seguir cada decisión y registro desde su origen hasta su resultado; sirve para auditar, explicar y corregir la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E24D1-5AD2-4D0E-8380-3B5E4E910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A32412-8298-4A13-9321-92383AF3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Cero reservas confirmadas superpuestas para un vehículo.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Trazabilidad desde la reserva hasta la devolución y cierre.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Consulta por fechas y filtros desde una sola pantalla.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Recomendaciones únicamente de vehículos disponibles y con explicación.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Pruebas de usabilidad con usuarios representativos.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Metas cuantitativas definitivas después de la línea base.</a:t>
            </a:r>
          </a:p>
        </p:txBody>
      </p:sp>
    </p:spTree>
    <p:extLst>
      <p:ext uri="{BB962C8B-B14F-4D97-AF65-F5344CB8AC3E}">
        <p14:creationId xmlns:p14="http://schemas.microsoft.com/office/powerpoint/2010/main" val="19547148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B2DC7-71D3-440B-92D9-E5028E32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DISEÑO 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3F117-0CF5-4032-80AA-582FE927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Módulos operativos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5B671-F955-4E5C-B95A-9F60CD9D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61BA52-A474-4260-ACE8-97777D41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DD8F4-210B-4D1B-9455-B2D1801A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módulo agrupa funciones relacionadas con una responsabilidad del negocio; facilita organización, mantenimiento y pruebas independientes.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DE344-F316-476C-A193-BD8B7E47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2F8A0-D420-4FAA-A2C8-99788DAA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Identidad y seguridad: acceso, recuperación, usuarios, roles y permisos.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Clientes: contacto, documentos e historial.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Flota: vehículos, categorías, tarifas, imágenes, kilometraje y estado.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Reservas: fechas, disponibilidad, creación, modificación y cancelación.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Alquileres y devoluciones: contrato, entrega, inspección, combustible, kilometraje y cargos.</a:t>
            </a:r>
          </a:p>
        </p:txBody>
      </p:sp>
    </p:spTree>
    <p:extLst>
      <p:ext uri="{BB962C8B-B14F-4D97-AF65-F5344CB8AC3E}">
        <p14:creationId xmlns:p14="http://schemas.microsoft.com/office/powerpoint/2010/main" val="12521805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D4EC9-3C08-4DA7-9CBC-D12E4D94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DISEÑO 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62D23-A859-47DE-A1CE-B07E4A891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Módulos de soporte y análisis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1E13A-BF56-470A-9848-17F5BE6F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4708E1-90DA-44F9-AFE3-4F43C9C3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3DB98-1A6F-432E-A9EB-456ABC50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módulo agrupa funciones relacionadas con una responsabilidad del negocio; facilita organización, mantenimiento y pruebas independientes.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0C496-CDA0-4D35-AE79-FA94124C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549A5-DD2D-41F3-9E65-EA336A05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Mantenimiento preventivo y correctivo con bloqueo de disponibilidad.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Reportes de utilización, ingresos, reservas, devoluciones y mantenimiento.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Recomendador con preferencias, candidatos filtrados, explicación y registro.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Auditoría de operaciones sensibles, errores y eventos críticos.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Notificaciones por correo condicionadas al alcance del prototipo.</a:t>
            </a:r>
          </a:p>
        </p:txBody>
      </p:sp>
    </p:spTree>
    <p:extLst>
      <p:ext uri="{BB962C8B-B14F-4D97-AF65-F5344CB8AC3E}">
        <p14:creationId xmlns:p14="http://schemas.microsoft.com/office/powerpoint/2010/main" val="11289799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975F0-3E94-4201-89D5-3AB0264E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DISEÑO 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201D94-D8DA-4FB6-B8B3-3D665151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Flujo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5055C-059D-4F7A-BB01-84591D3F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7ADC9-5BDC-40ED-BE49-C16BE825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69250-B7D6-42A6-972F-E51C12BB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flujo de datos muestra cómo la información atraviesa componentes; sirve para detectar dependencias, validaciones y puntos de integración.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BA1939-792C-4ECB-8A50-7B907032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19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7cc9ab92048e6"/>
          <a:stretch xmlns:a="http://schemas.openxmlformats.org/drawingml/2006/main"/>
        </p:blipFill>
        <p:spPr>
          <a:xfrm xmlns:a="http://schemas.openxmlformats.org/drawingml/2006/main">
            <a:off x="1961745" y="1295400"/>
            <a:ext cx="8268511" cy="4857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782CD-E984-42C9-84DA-E8AFCB1C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Figura 1. Flujo principal de la solución propuesta.</a:t>
            </a:r>
          </a:p>
        </p:txBody>
      </p:sp>
    </p:spTree>
    <p:extLst>
      <p:ext uri="{BB962C8B-B14F-4D97-AF65-F5344CB8AC3E}">
        <p14:creationId xmlns:p14="http://schemas.microsoft.com/office/powerpoint/2010/main" val="86204197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CE385-9B91-4E99-A0C5-C87DCC20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DISEÑO 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29DA3-CC07-4D98-98A1-C7061C80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Interacción entre componentes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679E9-0A14-4C85-96A5-7BB55900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56665-957F-4500-98AC-965D76A7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53DFF-BE60-464E-80CB-C7CA7657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trazabilidad permite seguir cada decisión y registro desde su origen hasta su resultado; sirve para auditar, explicar y corregir la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2FC31-10A0-4EFE-9543-88C5D813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C6B1E2-0214-41A9-A2BF-54C36409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interfaz no accede directamente a la base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Los controladores o endpoints reciben solicitudes y validan modelos.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capa de aplicación orquesta los casos de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dominio aplica las reglas centrales.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infraestructura resuelve persistencia, correo, archivos, monitoreo e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separación reduce el acoplamiento y facilita las pruebas.</a:t>
            </a:r>
          </a:p>
        </p:txBody>
      </p:sp>
    </p:spTree>
    <p:extLst>
      <p:ext uri="{BB962C8B-B14F-4D97-AF65-F5344CB8AC3E}">
        <p14:creationId xmlns:p14="http://schemas.microsoft.com/office/powerpoint/2010/main" val="1612989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75C37F-8DF7-40EC-A725-E86CEAB8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FACTIBILIDAD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D7806-1F90-42C7-9762-3488C6BB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Factibilidad técnica: tecnologías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2C22A-E403-4C8A-B90F-EED6A2CD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51C36-4AC8-4497-98B6-6786A4E7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2E76B-A525-45D7-8284-67B32146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factibilidad evalúa si la propuesta puede construirse, financiarse y adoptarse con los recursos y restricciones disponibles.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4F2C7-B328-4886-829D-97430514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30178-5A2F-40CC-8341-662D9382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C# y ASP.NET Core para la aplicación web y servicios [5].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Entity Framework Core para mapeo, consultas y migraciones [6].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PostgreSQL como base de datos relacional.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HTML, CSS y JavaScript para la interfaz responsive.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D2EC7-7067-45AA-9111-D93EAB9D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Docker y Docker Compose para ambientes reproducibles [7].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Git y GitHub para control de versiones.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Microsoft Azure para el piloto [8][9].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7F3E1-9B82-452F-976D-C501EC2E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004946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CB415-AB4A-4341-87E5-29C8901D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FACTIBILIDAD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44986-7B86-4AEA-A5DF-13AF6C74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Capacidades técnicas necesarias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0B6C3-F108-4AC8-B64B-4D628381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BE1CF-463F-4A99-840D-978AA851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4D5BB-56EF-4D0C-AFE9-8B9A557D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inteligencia artificial genera o prioriza sugerencias; debe recibir candidatos filtrados, producir una salida validable y contar con una alternativa por reglas.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74DAF-11B9-42D6-A246-EEDC4DFF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A9239-70FB-4345-9047-C3A4517B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Programación en C# y ASP.NET Core MVC o Web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Diseño de APIs y endpoints.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Modelado relacional, SQL, EF Core y migraciones.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HTML, CSS, JavaScript, accesibilidad y diseño responsive.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858DE-3432-461D-AF72-D01C5957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Git, GitHub y revisión de cambios.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Docker, ambientes, configuración y secretos.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Azure, registros, alertas y escalado.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Integración y evaluación de servicios de 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B82A1-A7AF-4ED9-85EE-41C53072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592696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DE624B-43E7-4C18-8401-02C0A49D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FACTIBILIDAD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F4FA6-ED4A-4077-A9E9-86352509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Riesgos técnicos y mitigaciones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AF992-A446-431C-8A46-C3969F6D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29710-AB24-44C2-B889-851D4A58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620CD-28A4-43A2-9E78-B5B0A568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gestión de riesgos identifica probabilidad, impacto y mitigación; sirve para reducir fallos antes de que afecten alcance, costo o calidad.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E9CF0-B4BC-4027-BE13-642307B5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23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143250"/>
                <a:gridCol w="5353050"/>
              </a:tblGrid>
              <a:tr h="746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Riesgo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Efecto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Mitigación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Curva Docker/Azure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Retraso de despliegue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Prueba temprana y procedimiento documentado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Modelo de datos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Migraciones incompatibles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Acordar ERD y revisar cada migración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Costo o caída de 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Recomendador no disponible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Interfaz desacoplada, límites y fallback por reglas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Respuesta incorrecta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Alternativa inválida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Filtrar candidatos, salida estructurada y validar IDs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Concurrencia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Reserva duplicada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Transacciones, restricciones y pruebas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2751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6FA64-2145-4E5F-B9A8-4B1A81B4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FACTIBILIDAD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A416B-2038-423E-9FF2-F91D5979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Factibilidad económica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356BE-B3A8-4353-9140-F22A2A1E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7B921-422B-4115-9F69-BBA36CBB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CF804-1D32-4FD8-A7A4-82CB3121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factibilidad evalúa si la propuesta puede construirse, financiarse y adoptarse con los recursos y restricciones disponibles.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03407-DB04-4FDF-838C-D340CA75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FC4A2-EED9-416D-8BD1-1484F10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.NET, PostgreSQL, Git, GitHub y editores pueden usarse sin costo académico.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Docker evita comprar servidores durante la construcción.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Azure for Students ofrece USD 100 por doce meses a estudiantes elegibles [10].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piloto incurre en costos de base de datos, almacenamiento, contenedores e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precio depende de región, capacidad, tráfico, retención y solicitudes.</a:t>
            </a:r>
          </a:p>
        </p:txBody>
      </p:sp>
    </p:spTree>
    <p:extLst>
      <p:ext uri="{BB962C8B-B14F-4D97-AF65-F5344CB8AC3E}">
        <p14:creationId xmlns:p14="http://schemas.microsoft.com/office/powerpoint/2010/main" val="934287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2AF3A-47E1-4F16-8B49-ADF6C5F1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FACTIBILIDAD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3BC37-A310-4196-A019-A5AF7448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Control de costos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80AE3-7455-4C4B-8920-EA4DAFA0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196F1-3937-4334-8322-89D886680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52247A-DE14-4737-AA5D-520A0F36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El control de costos compara consumo y presupuesto; alertas, límites y escalado a cero ayudan a evitar cargos inesperados en la nube.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045F9-4813-40DB-B410-48EB4A60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9FE11-EFD5-4676-9621-02C05D62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Calcular el precio vigente antes de desplegar.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Azure Container Apps puede escalar a cero en consumo [8].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base administrada y otros recursos pueden seguir generando cargos [9].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Configurar presupuesto, alertas, límites de consumo y retención.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crédito estudiantil no es un modelo sostenible de producción.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Conclusión: viable para prototipo y piloto; producción requiere presupuesto mensual.</a:t>
            </a:r>
          </a:p>
        </p:txBody>
      </p:sp>
    </p:spTree>
    <p:extLst>
      <p:ext uri="{BB962C8B-B14F-4D97-AF65-F5344CB8AC3E}">
        <p14:creationId xmlns:p14="http://schemas.microsoft.com/office/powerpoint/2010/main" val="15275142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35136-FB1E-4A78-BE58-CD0F8655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FACTIBILIDAD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5559F-DF2A-45C5-BF96-86CF3EF6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Factibilidad operativa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FA984-7335-4091-A01D-BD7AA6AD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35784-6D51-43A0-8A3C-A3FD41DA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6E7E0-5C6A-4062-A4B1-3FAB0A18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factibilidad evalúa si la propuesta puede construirse, financiarse y adoptarse con los recursos y restricciones disponibles.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9FE8AE-BA82-478B-9009-C1A3606A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C9089-7DAF-450E-A15F-E5437CA6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Interfaz alineada con el flujo cotidiano y baja capacitación.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Inicio con una sucursal piloto y migración de datos esenciales.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Período breve de verificación paralela.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Lenguaje sencillo, validaciones claras y estados visibles.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Participación de propietarios y empleados en requisitos y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Mitigar resistencia con prototipos, demostraciones, manual y soporte.</a:t>
            </a:r>
          </a:p>
        </p:txBody>
      </p:sp>
    </p:spTree>
    <p:extLst>
      <p:ext uri="{BB962C8B-B14F-4D97-AF65-F5344CB8AC3E}">
        <p14:creationId xmlns:p14="http://schemas.microsoft.com/office/powerpoint/2010/main" val="5859472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1A958-FE6B-4448-A2CA-96D69AC8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FACTIBILIDAD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2E95C-1776-47B0-99A6-2D6AFF10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Conclusión de factibilidad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51DFBC-B87B-4AB9-81F3-87DDEB08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EBB22-60FD-4FE8-95AA-7621A68A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95626-622D-460A-A19A-D4D57B28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factibilidad evalúa si la propuesta puede construirse, financiarse y adoptarse con los recursos y restricciones disponibles.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081EC-9222-46BF-B498-BDE92478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385D6-8FEB-4019-B831-DD1D6B80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proyecto es viable técnica, económica y operativamente para la Fase II.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Debe mantenerse el alcance priorizado.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Las necesidades deben validarse con agencias reales.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Los costos de nube y consumo de IA requieren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UX significa experiencia de usuario; UI significa interfaz de usuario.</a:t>
            </a:r>
          </a:p>
        </p:txBody>
      </p:sp>
    </p:spTree>
    <p:extLst>
      <p:ext uri="{BB962C8B-B14F-4D97-AF65-F5344CB8AC3E}">
        <p14:creationId xmlns:p14="http://schemas.microsoft.com/office/powerpoint/2010/main" val="13140538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BCE54-9C42-4DB9-8C52-FCC9949B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DISEÑO DE LA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37AC7-7B34-442C-B134-B703FD97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Prototipos UX/UI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E2D4C-D60D-4552-ABBA-0BB20FB1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369D3-0A71-4DAE-9E18-C88F9BF3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41BF4-8216-44DE-A1CB-7717A58B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UX estudia la experiencia completa del usuario y UI diseña la interfaz visible; ambas permiten validar el flujo antes de programarlo.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47E4D-1CEA-4FAC-B591-EFE33A6B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669F9-EE2A-447B-AF27-E6A39E4F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Acceso y autenticación por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Panel operativo con indicadores y alertas.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Disponibilidad de flota con filtros y estados.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Nueva reserva con recomendación explicada.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Son diseños preliminares que deberán validarse con usuarios.</a:t>
            </a:r>
          </a:p>
        </p:txBody>
      </p:sp>
    </p:spTree>
    <p:extLst>
      <p:ext uri="{BB962C8B-B14F-4D97-AF65-F5344CB8AC3E}">
        <p14:creationId xmlns:p14="http://schemas.microsoft.com/office/powerpoint/2010/main" val="6596885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988F3-46D3-4AD6-ACD5-6E31B0ED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DISEÑO DE LA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04930-F54B-40E9-915E-5F8F501A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Prototipo: acceso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D0138-73DA-4525-BAB0-5CF994A6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E616B-DFE7-4E05-98E0-A39C3454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8DF57-44B0-4FB5-9152-70F56564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autenticación comprueba la identidad; la autorización por roles determina qué acciones puede ejecutar cada usuario.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42590-8486-41DF-8004-C9C2E3FB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29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b91ee26c2426e"/>
          <a:stretch xmlns:a="http://schemas.openxmlformats.org/drawingml/2006/main"/>
        </p:blipFill>
        <p:spPr>
          <a:xfrm xmlns:a="http://schemas.openxmlformats.org/drawingml/2006/main">
            <a:off x="2072652" y="1257300"/>
            <a:ext cx="8046696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07E10-B7A6-4310-85A9-3F10A686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Acceso, recuperación de contraseña y selección de rol.</a:t>
            </a:r>
          </a:p>
        </p:txBody>
      </p:sp>
    </p:spTree>
    <p:extLst>
      <p:ext uri="{BB962C8B-B14F-4D97-AF65-F5344CB8AC3E}">
        <p14:creationId xmlns:p14="http://schemas.microsoft.com/office/powerpoint/2010/main" val="151733463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CC118-CA3E-45E3-A17F-573A4B9D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DISEÑO DE LA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C6C8A-4A81-4311-9BE7-9B6097A5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Prototipo: panel operativo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696E5-17FE-4A12-A8B5-0C965332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2D466-A87C-4801-9FC8-63DD331B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61ABB-0F8D-49EC-9A41-E60E4C8D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dashboard reúne indicadores y alertas en una vista; sirve para conocer el estado operativo y priorizar acciones.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88537-4C83-4674-A6D4-730E2879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30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82f37d4ea4849"/>
          <a:stretch xmlns:a="http://schemas.openxmlformats.org/drawingml/2006/main"/>
        </p:blipFill>
        <p:spPr>
          <a:xfrm xmlns:a="http://schemas.openxmlformats.org/drawingml/2006/main">
            <a:off x="2146475" y="1257300"/>
            <a:ext cx="7899050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3752A-03A8-4BE5-8FF8-BF0DB681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Indicadores, agenda diaria y alertas de flota.</a:t>
            </a:r>
          </a:p>
        </p:txBody>
      </p:sp>
    </p:spTree>
    <p:extLst>
      <p:ext uri="{BB962C8B-B14F-4D97-AF65-F5344CB8AC3E}">
        <p14:creationId xmlns:p14="http://schemas.microsoft.com/office/powerpoint/2010/main" val="166123193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728DF-F380-439A-AF8D-B699C4DD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DISEÑO DE LA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128E8-332D-4186-B290-476605BF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Prototipo: disponibilidad de flota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7FEA59-817E-4B9F-9298-4F74DA64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82FF8-055A-4A0C-B494-9BF245C0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73EB7-5B88-4CC1-BF88-567F2D05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disponibilidad combina fechas, estado y ausencia de reservas superpuestas; sirve para ofrecer solamente vehículos realmente utilizables.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3CC94-B947-460B-B9D9-5C888E67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31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f9f9f7c774e53"/>
          <a:stretch xmlns:a="http://schemas.openxmlformats.org/drawingml/2006/main"/>
        </p:blipFill>
        <p:spPr>
          <a:xfrm xmlns:a="http://schemas.openxmlformats.org/drawingml/2006/main">
            <a:off x="2140426" y="1257300"/>
            <a:ext cx="7911147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30B40-82EC-4BEA-A41C-C86E2120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Filtros por fecha, categoría, transmisión y sucursal.</a:t>
            </a:r>
          </a:p>
        </p:txBody>
      </p:sp>
    </p:spTree>
    <p:extLst>
      <p:ext uri="{BB962C8B-B14F-4D97-AF65-F5344CB8AC3E}">
        <p14:creationId xmlns:p14="http://schemas.microsoft.com/office/powerpoint/2010/main" val="1926703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FD899-1C7E-4642-8B75-6738BA26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DISEÑO DE LA APLICACIÓN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127CB-B20F-42C9-BC65-3D275BE7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Prototipo: nueva reserva e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E7A93-7F0A-4F66-BC30-9CEA3513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E6F13F-50DD-434F-83E7-F1526DFB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63EB7-18D9-43AA-96E2-0FA7CB14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El recomendador filtra candidatos válidos y usa IA para ordenarlos o explicarlos; la confirmación final permanece bajo control humano.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91CF7-38E3-4B8C-9D95-078944EA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32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f0fbe1a7f454c"/>
          <a:stretch xmlns:a="http://schemas.openxmlformats.org/drawingml/2006/main"/>
        </p:blipFill>
        <p:spPr>
          <a:xfrm xmlns:a="http://schemas.openxmlformats.org/drawingml/2006/main">
            <a:off x="2122170" y="1257300"/>
            <a:ext cx="7947660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51530C-8B49-481C-950D-37AEBF16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Preferencias, alternativas explicadas y confirmación humana.</a:t>
            </a:r>
          </a:p>
        </p:txBody>
      </p:sp>
    </p:spTree>
    <p:extLst>
      <p:ext uri="{BB962C8B-B14F-4D97-AF65-F5344CB8AC3E}">
        <p14:creationId xmlns:p14="http://schemas.microsoft.com/office/powerpoint/2010/main" val="10350422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8339B-A6EC-41F5-BEFB-BA4AB057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MODELADO UML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DE20A-DA7A-4AA8-867B-2820C859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UML: terminología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C46AE-8B9E-4941-9A41-9F337E83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446CF3-086A-4CF1-A390-4B3AA07D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0569F-9C11-4A55-B10C-043A0B3C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UML es un lenguaje visual estandarizado para describir actores, procesos e interacciones antes de implementar el software.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C93E8-AA67-4F35-A383-D926C414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D976E4-4601-447C-ACF4-BA10E554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UML: Unified Modeling Language o Lenguaje Unificado de Modelado.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Caso de uso: función observable por un 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Diagrama de secuencia: mensajes ordenados en el tiempo.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Actor: rol externo que interactúa con el sistema.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3BA7E-C1DF-4EF0-9D7B-58EF6E94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Línea de vida: participante durante una 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alt: fragmento de alternativas condicionales.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include/extend: relaciones de inclusión o extensión.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8F559-0028-4BB6-9037-ADEDBF17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632170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6FE0F-ABA1-406F-BBDA-8A70E9F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MODELADO UML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B49FD-819B-4521-9AEC-85285577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Diagrama de casos de uso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1B84C1-2028-4ABB-90A2-7DCDD853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C6EDC-5D2D-4BC5-8FDF-CCC1D180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9AFA4-678F-4F77-8DF1-025A4356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caso de uso representa una función que el sistema ofrece a un actor; sirve para delimitar responsabilidades y requisitos funcionales.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394FC-0AAB-47EA-9E75-216980B5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34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6c0efffcb4ab9"/>
          <a:stretch xmlns:a="http://schemas.openxmlformats.org/drawingml/2006/main"/>
        </p:blipFill>
        <p:spPr>
          <a:xfrm xmlns:a="http://schemas.openxmlformats.org/drawingml/2006/main">
            <a:off x="4050653" y="1257300"/>
            <a:ext cx="4090694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D21D2-8D22-4FFB-B45D-880E54DC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Actores y funciones principales del sistema.</a:t>
            </a:r>
          </a:p>
        </p:txBody>
      </p:sp>
    </p:spTree>
    <p:extLst>
      <p:ext uri="{BB962C8B-B14F-4D97-AF65-F5344CB8AC3E}">
        <p14:creationId xmlns:p14="http://schemas.microsoft.com/office/powerpoint/2010/main" val="21698282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55E3D-4490-4BAB-8DCA-F0C3BD04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MODELADO UML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5B1D05-8498-4F97-A853-C547944B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Secuencia: reserva, alquiler y pago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001D2-ED40-407F-AF6F-0FFD6DE4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D784FF-BB63-4C90-8F99-70D1D223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C163B-30A1-4330-8348-D33EAB5F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diagrama de secuencia muestra mensajes en orden temporal; sirve para comprobar cómo colaboran interfaz, lógica, base de datos y servicios externos.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6F03C-9F00-495E-83F0-40CAB937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35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fde0741bd412f"/>
          <a:stretch xmlns:a="http://schemas.openxmlformats.org/drawingml/2006/main"/>
        </p:blipFill>
        <p:spPr>
          <a:xfrm xmlns:a="http://schemas.openxmlformats.org/drawingml/2006/main">
            <a:off x="2791346" y="1257300"/>
            <a:ext cx="6609309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A0E04-A14C-4119-9287-EC314F8E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Verificación, creación de alquiler y registro del pago.</a:t>
            </a:r>
          </a:p>
        </p:txBody>
      </p:sp>
    </p:spTree>
    <p:extLst>
      <p:ext uri="{BB962C8B-B14F-4D97-AF65-F5344CB8AC3E}">
        <p14:creationId xmlns:p14="http://schemas.microsoft.com/office/powerpoint/2010/main" val="202228394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8754F-97E7-467E-976C-230B712C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MODELADO UML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8D4A9-FC38-4F7D-942C-5A55BC04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Secuencia: devolución con cargo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95C40-6D63-49C2-B304-35A7C89B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0D892-985E-4E24-AC32-0A2BB30A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83616-FBD4-4389-9A41-FEAF38E7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diagrama de secuencia muestra mensajes en orden temporal; sirve para comprobar cómo colaboran interfaz, lógica, base de datos y servicios externos.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4BEF47-7A30-48FA-99AD-D830A423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36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2be1839014f54"/>
          <a:stretch xmlns:a="http://schemas.openxmlformats.org/drawingml/2006/main"/>
        </p:blipFill>
        <p:spPr>
          <a:xfrm xmlns:a="http://schemas.openxmlformats.org/drawingml/2006/main">
            <a:off x="2843389" y="1257300"/>
            <a:ext cx="6505222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88D83-47E5-43E1-9EB0-EDFC72D7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Inspección, cargo, pago, cierre y liberación del vehículo.</a:t>
            </a:r>
          </a:p>
        </p:txBody>
      </p:sp>
    </p:spTree>
    <p:extLst>
      <p:ext uri="{BB962C8B-B14F-4D97-AF65-F5344CB8AC3E}">
        <p14:creationId xmlns:p14="http://schemas.microsoft.com/office/powerpoint/2010/main" val="57230148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99575-D378-43A2-B483-E8639EF5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MODELADO UML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A28C8-495E-4A5F-B8A8-42987BB8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Secuencia: recomendación de 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4D251-EF47-4C89-898F-232F033F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DEFAD0-EDDF-4222-B5C6-5EA3DC7C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ED36F-826E-42FB-BC93-B021B7B9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diagrama de secuencia muestra mensajes en orden temporal; sirve para comprobar cómo colaboran interfaz, lógica, base de datos y servicios externos.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A275F-62FB-46B0-95AB-F7581D3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37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8a754157645f6"/>
          <a:stretch xmlns:a="http://schemas.openxmlformats.org/drawingml/2006/main"/>
        </p:blipFill>
        <p:spPr>
          <a:xfrm xmlns:a="http://schemas.openxmlformats.org/drawingml/2006/main">
            <a:off x="1127326" y="1257300"/>
            <a:ext cx="9937348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3E11F-FB90-4FC2-AE9B-217CD1AB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Filtrado determinístico, explicación y conversión opcional en reserva.</a:t>
            </a:r>
          </a:p>
        </p:txBody>
      </p:sp>
    </p:spTree>
    <p:extLst>
      <p:ext uri="{BB962C8B-B14F-4D97-AF65-F5344CB8AC3E}">
        <p14:creationId xmlns:p14="http://schemas.microsoft.com/office/powerpoint/2010/main" val="150382618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7706F-4CED-4287-A7F1-E6D57367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8B398-2263-45D9-A40D-338D98CA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Decisión arquitectónica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15307C-E31F-48DD-9D95-69FFDA03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CB37B-0A05-4C83-AF90-65DA96B9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DAF4E-8608-4675-AF94-C385F84C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arquitectura en capas separa interfaz, casos de uso, reglas e infraestructura; sirve para reducir acoplamiento y facilitar pruebas y cambios.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4894F-C5FD-48F1-9686-3EEB91BD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389C4-114E-4F00-B794-2693C91E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Monolito modular dentro de una solución ASP.NET 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Simplifica despliegue y transacciones.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Conserva separación lógica por capas y módulos.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No se proponen microservicios en la primera versión.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Un monolito se despliega como una unidad; un microservicio es un servicio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622033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B6F90-84AA-41D4-8FBE-76C8A5C5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E1A5A-46A1-4C86-975C-66843516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Arquitectura en capas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00C37-8B37-4379-B005-93B4427F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A0E36-BA5C-4D6B-AC7A-F1BBD510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BE2B7-608D-4E8F-B952-3B3973F3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arquitectura en capas separa interfaz, casos de uso, reglas e infraestructura; sirve para reducir acoplamiento y facilitar pruebas y cambios.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DE0D5-0ABC-42D7-A748-A41B6C59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B00B0-6171-4E68-8F71-8E665B93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Presentación → Aplicación →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Infraestructura implementa interfaces y conecta recursos externos.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Presentación captura y muestra; Aplicación orquesta; Dominio decide; Infraestructura persiste e integra.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Las dependencias apuntan hacia reglas estables, no hacia detalles externos.</a:t>
            </a:r>
          </a:p>
        </p:txBody>
      </p:sp>
    </p:spTree>
    <p:extLst>
      <p:ext uri="{BB962C8B-B14F-4D97-AF65-F5344CB8AC3E}">
        <p14:creationId xmlns:p14="http://schemas.microsoft.com/office/powerpoint/2010/main" val="99878854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6E15F-395C-4447-97D9-687A5B8E4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A28FB-DC0A-4110-A9BD-05805A09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Capa de presentación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7AAF3-C6A5-4677-90EF-963DDAB3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3B420-86D5-4A42-85C8-94AABD1B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9A572-76E5-4C95-856E-2E90592E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ASP.NET Core es el framework web de .NET; recibe solicitudes HTTP, ejecuta la aplicación y devuelve páginas o respuestas de API.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BE9E3-660F-441C-8046-C6E49F7D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27E3A8-1EEE-43C3-860E-33772863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ASP.NET Core MVC o Web App con diseño responsive.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Paneles diferentes para administrador y empleado.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Vistas para consulta y reserva.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Los controladores reciben solicitudes y validan modelos.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Las reglas complejas no pertenecen a los controladores.</a:t>
            </a:r>
          </a:p>
        </p:txBody>
      </p:sp>
    </p:spTree>
    <p:extLst>
      <p:ext uri="{BB962C8B-B14F-4D97-AF65-F5344CB8AC3E}">
        <p14:creationId xmlns:p14="http://schemas.microsoft.com/office/powerpoint/2010/main" val="129675492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C64F9-F325-4590-8A3D-B2ABBD96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C7588-A2CB-46D8-8A4C-983F82E8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Capa de aplicación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BCD51-12E1-4B37-91D3-665131BF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E7F9A-BA5C-4805-8094-677A584D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2A8BD-1287-44D4-91DD-FA6BE5B5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capa de aplicación coordina casos de uso y transacciones; conecta la intención del usuario con las reglas del dominio y los recursos externos.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60F86-9126-4E12-8A76-78347DAC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76D82C-8BCD-44F0-B708-A70199CC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Orquesta registrar vehículo, disponibilidad, reserva, alquiler, devolución, mantenimiento, reportes e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Define interfaces para persistencia, correo, archivos e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Coordina autorización y transacciones.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Facilita pruebas y sustitución de proveedores.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Caso de uso: objetivo de negocio ejecutado por la aplicación.</a:t>
            </a:r>
          </a:p>
        </p:txBody>
      </p:sp>
    </p:spTree>
    <p:extLst>
      <p:ext uri="{BB962C8B-B14F-4D97-AF65-F5344CB8AC3E}">
        <p14:creationId xmlns:p14="http://schemas.microsoft.com/office/powerpoint/2010/main" val="147370732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2962B8-EE5B-4AEA-BB2F-C47B4EE9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A59D7-6024-4C5A-A822-54000451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Capa de dominio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6BAD7-DE55-4EFE-9C37-EC33B8E1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90160-0B7E-4CF6-AEFB-2C949ED7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8A2B7-8692-41F6-AB7B-844C7560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El dominio concentra entidades y reglas del negocio; evita que decisiones críticas dependan de la interfaz o de una tecnología externa.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7A227-72CD-402F-B130-7F3AB292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54F71-2EB3-4EEC-B650-16556BB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Entidades: Usuario, Rol, Cliente, Sucursal, Vehículo, Categoría, Tarifa, Reserva, Alquiler, Inspección, Cargo Adicional, Pago, Mantenimiento y Recomendación.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Objetos de valor y reglas centrales.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Impide reservas superpuestas.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Impide usar vehículos fuera de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Impide cerrar devoluciones incompletas.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Invariante: regla que siempre debe mantenerse.</a:t>
            </a:r>
          </a:p>
        </p:txBody>
      </p:sp>
    </p:spTree>
    <p:extLst>
      <p:ext uri="{BB962C8B-B14F-4D97-AF65-F5344CB8AC3E}">
        <p14:creationId xmlns:p14="http://schemas.microsoft.com/office/powerpoint/2010/main" val="953885764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FE65D-79B8-4DF9-B4AF-308A7C9B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E6328-33EE-4374-A8AD-05748B32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Capa de infraestructura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30B5A-01E1-4CDC-8CEE-7147A646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7D5E7-1FAD-418F-8702-D9DFCF6C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B3746-00DF-4A5A-8622-E41267A3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infraestructura implementa acceso a datos, correo, archivos, nube e IA; se desacopla mediante interfaces para poder sustituir proveedores.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35B42-E63B-4905-B8C0-6CB39C10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F3C61-A2F7-4BB8-9AD1-B8D0B92F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Entity Framework Core y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Repositorios cuando aporten valor.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Almacenamiento de imágenes y documentos.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Correo, notificaciones, auditoría, registros y monitoreo.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Adaptador del servicio de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Credenciales en secretos o configuración segura; nunca en el repositorio.</a:t>
            </a:r>
          </a:p>
        </p:txBody>
      </p:sp>
    </p:spTree>
    <p:extLst>
      <p:ext uri="{BB962C8B-B14F-4D97-AF65-F5344CB8AC3E}">
        <p14:creationId xmlns:p14="http://schemas.microsoft.com/office/powerpoint/2010/main" val="200870865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3B21D-33E2-4D45-A8FC-CEDA1A9B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36547-0AEF-4618-954C-2E649ECB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Aplicación web, API y DTO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6AEA05-C479-40D2-B8B0-03E4B00D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07C80-1871-48B2-BEBD-1DC6EF80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656BB-74B4-410F-9FFC-98809CF2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capa de aplicación coordina casos de uso y transacciones; conecta la intención del usuario con las reglas del dominio y los recursos externos.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E5184-F423-45EA-80E5-B996B778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9380A-B5FC-4B66-ACF9-06E0B305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ASP.NET Core es la plataforma de frontend y backend [5].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Los módulos pueden exponer endpoints internos o una API web.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Los DTO evitan exponer directamente las entidades persistentes.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API: interfaz de programación; endpoint: punto de acceso; DTO: objeto de transferencia de datos.</a:t>
            </a:r>
          </a:p>
        </p:txBody>
      </p:sp>
    </p:spTree>
    <p:extLst>
      <p:ext uri="{BB962C8B-B14F-4D97-AF65-F5344CB8AC3E}">
        <p14:creationId xmlns:p14="http://schemas.microsoft.com/office/powerpoint/2010/main" val="138975877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69A60-3547-4D40-921E-334B032E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DD03E-F6EE-4323-B212-5DDBBA31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PostgreSQL y Entity Framework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BE9A8-5E33-42DF-AE6B-FEC2BDE9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6973D-DE36-4DB3-AA50-8C571A7C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CECE5-32F4-4747-9935-DEC53D8A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Entity Framework Core es un ORM: traduce objetos de C# a tablas y consultas SQL, simplificando persistencia y migraciones.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A3113-545D-4668-B82D-2598D980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FD430-58E4-4FD2-BE31-9FC907C0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PostgreSQL almacena la información transaccional.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EF Core administra mapeo, relaciones, consultas y migraciones [6].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Integridad: placa única, correo normalizado, estados controlados y fechas válidas.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Restricciones, transacciones e índices protegen concurrencia y rendimiento.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ORM: mapeo objeto-relacional; migración: cambio versionado del esquema.</a:t>
            </a:r>
          </a:p>
        </p:txBody>
      </p:sp>
    </p:spTree>
    <p:extLst>
      <p:ext uri="{BB962C8B-B14F-4D97-AF65-F5344CB8AC3E}">
        <p14:creationId xmlns:p14="http://schemas.microsoft.com/office/powerpoint/2010/main" val="1554113266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108EF-C4E3-4506-B623-F65257A9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4AB11-B6B5-417F-A941-4A3FCBF9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Seguridad de la aplicación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136C9-461B-497C-8451-6D351963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B0D0E-8DEE-49C1-BDD6-0917464E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F04E1-4CDB-4B7D-AAD3-255701E9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seguridad protege confidencialidad, integridad y disponibilidad mediante autenticación, permisos, cifrado, auditoría y mínimo privilegio.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60B06-3B7E-4D0D-870A-56593B7B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C0B70-6F99-4CA9-92D7-9E39CA44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ASP.NET Core Identity o mecanismo equivalente.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Contraseñas protegidas y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Autorización por políticas y rutas privadas.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HTTPS, protección antifalsificación y validación del servidor.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Límites de solicitudes, auditoría y manejo centralizado de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Autenticación verifica identidad; autorización decide permisos.</a:t>
            </a:r>
          </a:p>
        </p:txBody>
      </p:sp>
    </p:spTree>
    <p:extLst>
      <p:ext uri="{BB962C8B-B14F-4D97-AF65-F5344CB8AC3E}">
        <p14:creationId xmlns:p14="http://schemas.microsoft.com/office/powerpoint/2010/main" val="17244007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E2FF7-126D-48C0-9CA4-197B4862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77EF7-9B7C-4209-A823-6EB3A438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Protección de datos personales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A0B98-FB55-4C61-94C8-9E072D9C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6DE4C6-2FDB-4483-BE3E-F8981496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A1E53-BB39-464C-ABB3-2E792DE6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trazabilidad permite seguir cada decisión y registro desde su origen hasta su resultado; sirve para auditar, explicar y corregir la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F654E-2A93-4002-B063-C0D98259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31F66-5A75-4D38-A987-4910B889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Aplicar la Ley para la Protección de Datos Personales de El Salvador, Decreto 144 [4].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Tratamiento legítimo e informado.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Minimización y finalidad definida.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Acceso restringido y conservación limitada.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Corrección o eliminación cuando corresponda.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No enviar identidad, licencia, dirección ni pago al servicio de IA.</a:t>
            </a:r>
          </a:p>
        </p:txBody>
      </p:sp>
    </p:spTree>
    <p:extLst>
      <p:ext uri="{BB962C8B-B14F-4D97-AF65-F5344CB8AC3E}">
        <p14:creationId xmlns:p14="http://schemas.microsoft.com/office/powerpoint/2010/main" val="71455948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18354-32AF-45D8-A131-E5B691EAB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ARQUITECTURA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FE4C3C-F96C-46DC-AB9E-16C932D0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IA responsable y controles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3AF01-6EFC-4ED2-9B78-BD4B649F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83FDB-B14A-415A-9765-E06CEF5A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EB850-626B-49CC-9A39-6DF35FA7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inteligencia artificial genera o prioriza sugerencias; debe recibir candidatos filtrados, producir una salida validable y contar con una alternativa por reglas.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811F0-562C-44F5-B0F3-F5B1D43E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68B27-0D49-4738-B5BA-7AB71A86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Entrada mínima: fechas, pasajeros, equipaje, presupuesto, preferencias y candidatos anonimizados.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Salida limitada a identificadores permitidos, explicación y alternativas.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Registrar versión del prompt, candidatos y resultado para pruebas.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Ciclo responsable: identificar, medir, mitigar y operar [11].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Revisión humana, límites de alcance, monitoreo y casos de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Fallback basado en reglas si la IA falla.</a:t>
            </a:r>
          </a:p>
        </p:txBody>
      </p:sp>
    </p:spTree>
    <p:extLst>
      <p:ext uri="{BB962C8B-B14F-4D97-AF65-F5344CB8AC3E}">
        <p14:creationId xmlns:p14="http://schemas.microsoft.com/office/powerpoint/2010/main" val="46455256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C51DF-2FD2-41C7-AA16-D72E9E16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DESPLIEGUE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48844-EE63-4785-A8AA-E758CE0C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Contenerización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C684C-CC0E-4101-BEF4-3D5C887B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F56073-E178-44FF-BA98-10E25F92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EFCA8-F141-48F1-BB43-9E08AD55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trazabilidad permite seguir cada decisión y registro desde su origen hasta su resultado; sirve para auditar, explicar y corregir la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0091E-AEEC-430E-8B78-F716C49D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C5E816-3869-411E-AEEC-AE7B1368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Imagen Docker con compilación por etapas.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Docker Compose para aplicación y PostgreSQL en desarrollo.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Configuración por ambiente.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imagen no contiene secretos.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Ejecución reproducible entre equipos [7].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Imagen: plantilla; contenedor: instancia; Compose: orquestación local.</a:t>
            </a:r>
          </a:p>
        </p:txBody>
      </p:sp>
    </p:spTree>
    <p:extLst>
      <p:ext uri="{BB962C8B-B14F-4D97-AF65-F5344CB8AC3E}">
        <p14:creationId xmlns:p14="http://schemas.microsoft.com/office/powerpoint/2010/main" val="877164554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30F9A-824B-42AC-B693-7379EE85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DESPLIEGUE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24D73-561D-4595-BA79-E0608EAC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Despliegue propuesto en Azure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149A5-EB05-461C-927B-29D07F16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35796-0A15-49F0-AB53-9758CE79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1F2AE-FC2F-4070-804F-C673540F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Microsoft Azure ofrece servicios administrados de cómputo, registro y base de datos; sirve para desplegar y operar el piloto en la nube.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41FE4-7214-4ED8-A3AD-1D95916E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901D7-EF24-48BA-8547-23697514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Azure Container Registry almacena la imagen.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Azure Container Apps ejecuta y escala la aplicación [8].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Azure Database for PostgreSQL Flexible Server aloja los datos [9].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Almacenamiento separado para imágenes y documentos.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HTTPS, secretos administrados, registros y alertas.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Perfil de consumo con escalado automático y a cero.</a:t>
            </a:r>
          </a:p>
        </p:txBody>
      </p:sp>
    </p:spTree>
    <p:extLst>
      <p:ext uri="{BB962C8B-B14F-4D97-AF65-F5344CB8AC3E}">
        <p14:creationId xmlns:p14="http://schemas.microsoft.com/office/powerpoint/2010/main" val="101018295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89879-D4D2-480D-A022-EC877559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DESPLIEGUE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993B0-2DAD-4A9A-B124-0DC7DBBA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Respaldo, monitoreo y continuidad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EE2FF0-9BAD-4409-B805-D9B4A096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1FC90-6A5B-4C80-9536-A6FB1D11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9422E-909F-4C2E-A9B4-31D06A38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backup es una copia recuperable; el monitoreo observa métricas y alertas para detectar fallos y sostener la continuidad del servicio.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46057-F48D-45FE-A0FE-1289DBB4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10CAB-3401-4BAA-9B93-81C6C5AD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Copias de seguridad de la base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Prueba real de restauración antes de producción.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Registros estructurados y métricas de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Alertas de consumo y eventos críticos.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Alta disponibilidad según configuración [9].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Backup: copia; restauración: recuperación; log: registro; métrica: medición; alerta: aviso.</a:t>
            </a:r>
          </a:p>
        </p:txBody>
      </p:sp>
    </p:spTree>
    <p:extLst>
      <p:ext uri="{BB962C8B-B14F-4D97-AF65-F5344CB8AC3E}">
        <p14:creationId xmlns:p14="http://schemas.microsoft.com/office/powerpoint/2010/main" val="116823618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4CBD6-9AAF-4C13-8516-06CFBAAD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DCDD0-18E8-4965-8923-68B4EF04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Modelo entidad–relación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5F1B6-5547-41AF-B259-B82C71C4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A0D9B2-0B86-4374-BAF4-BBDFAA5D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3DCC4-0B9F-4801-B336-954A582E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El modelo entidad–relación representa tablas, claves y cardinalidades; sirve como plano lógico para construir la base de datos relacional.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8A214-E9DF-421C-AE29-CF9B115B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52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7619e671f24cff"/>
          <a:stretch xmlns:a="http://schemas.openxmlformats.org/drawingml/2006/main"/>
        </p:blipFill>
        <p:spPr>
          <a:xfrm xmlns:a="http://schemas.openxmlformats.org/drawingml/2006/main">
            <a:off x="3627105" y="1238250"/>
            <a:ext cx="4937790" cy="5000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6B308-9DAE-4B7C-8992-C3BB805A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Catorce entidades y sus cardinalidades principales.</a:t>
            </a:r>
          </a:p>
        </p:txBody>
      </p:sp>
    </p:spTree>
    <p:extLst>
      <p:ext uri="{BB962C8B-B14F-4D97-AF65-F5344CB8AC3E}">
        <p14:creationId xmlns:p14="http://schemas.microsoft.com/office/powerpoint/2010/main" val="1622033457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0726B-9D95-4E72-A478-F98019CA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288107-2AFB-4C14-918C-C8FE95AC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Relaciones principales del modelo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B559D-ADE9-48E4-A0A8-B69CB454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36E7D5-4724-41DD-9E30-0A819210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1BBA3-FA96-444C-A383-F2C4B947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trazabilidad permite seguir cada decisión y registro desde su origen hasta su resultado; sirve para auditar, explicar y corregir la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E266C1-C562-4147-BA29-20B14EF2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8C7B1-9034-42CB-AF43-2ED0A2C6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Rol 1:N Usuario.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Sucursal 1:N Usuario y Vehículo.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Categoría 1:N Vehículo y Tarifa.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Cliente 1:N Reserva y Recomendación.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6BEA3-5052-47BD-B272-B905EB2F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Vehículo 1:N Reserva, Mantenimiento y Recomendación.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Reserva 1:1 Alquiler.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Alquiler 1:N Inspección, Pago y Cargo Adicional.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Los nombres y campos del ERD y el diccionario deben reconciliarse antes de la migración.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B824B-5FE7-43C1-B56A-A76BD027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7045865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B3712C-6D70-4B27-8C1B-0FF76011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7AC51-A4ED-4831-9564-3F0E9E32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Convenciones del diccionario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80302-4065-4257-B9E5-00C18F28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1E043-2742-4CF9-BE01-6C223676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62510-B700-4DDE-9D3A-5B705DB9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trazabilidad permite seguir cada decisión y registro desde su origen hasta su resultado; sirve para auditar, explicar y corregir la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35F1C-7B54-4B7F-916E-77CEE1F2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54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263AD-E5C7-4D6C-951B-5F1587EC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Columnas: Campo, Tipo de dato, Descripción, Restricción y Relación.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INT: número entero.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VARCHAR(n): texto de hasta n caracteres.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NUMERIC(10,2): decimal con diez dígitos y dos decimales.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DATE: fecha.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PK: clave primaria; FK: clave foránea; NOT NULL: valor obligatorio.</a:t>
            </a:r>
          </a:p>
        </p:txBody>
      </p:sp>
    </p:spTree>
    <p:extLst>
      <p:ext uri="{BB962C8B-B14F-4D97-AF65-F5344CB8AC3E}">
        <p14:creationId xmlns:p14="http://schemas.microsoft.com/office/powerpoint/2010/main" val="176350814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F3A7D-C295-4A88-8663-431C8E22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DBA54-0658-40A7-B596-3719E66C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E45E1-8844-4D9A-B608-B7A4D959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7F297-EDD8-4071-A37A-EAEC92B1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1183F-3719-43D4-9BE8-3555D9E8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Rol;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60EBC-5CB3-40E1-8B37-AD712356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55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1154906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115490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5490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Nombre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VARCHAR(50)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Nombre del rol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115490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Descripción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VARCHAR(150)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Funciones del rol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107080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E068A-B30D-4974-A669-80B657B9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5458DA-2B82-4E61-9D7E-7E01200A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Usuario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CA6F7-DCBD-404F-AEAB-AC9AB34E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76BB3-07BF-4ED8-9C42-0844C62F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095A8-9274-4528-A44F-47287C0F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Usuario;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170BCD-E4F1-48DC-8D46-C13458D6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56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57745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IdUsuario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IdRol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Rol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IdSucursal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Sucursal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Nombre / Apellido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VARCHAR(50)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Identidad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Correo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VARCHAR(100)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Acceso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Contraseña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VARCHAR(255)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Hash protegido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Estado de cuenta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035032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E61FB-693F-49C5-A47A-2236C3A0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DE971-4F1F-45E4-B91E-8D90FF7E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Sucursal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7CFDD-A412-4198-8168-00C122A2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8FC01-614F-447C-8533-3D065E20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D990BB-A3CB-4EE8-8E2E-1D6FDAE8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Sucursal;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4D784A-EE2D-4CA7-9A51-BFC6D920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57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769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IdSucursal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Nombre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VARCHAR(100)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Nombre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Dirección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Ubicación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Teléfono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Contacto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Funcionamiento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45689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94EB7-748A-4364-9B13-29F3F9BA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E73C4-F533-4CD7-913D-0B7F6C1D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Categoría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345F2-F99B-415D-A814-968FA5F5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876D58-92FF-46F4-816F-F619EDAD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6EC01-201C-4331-B8F7-EEC2EF40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Categoría;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D14DC-D9F1-4320-866E-6F5BCC19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58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1154906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115490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IdCategoria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115490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Nombre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VARCHAR(50)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Nombre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115490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Descripción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VARCHAR(150)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Características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69941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6501F-6179-4C76-947A-1D913E9F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83822-7612-4BE2-89ED-6CED0326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Vehículo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57FCF-6FE4-4FE7-B294-34088B92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D7354-B15D-4E2F-ABC9-4575258D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E1272-5E88-4F2D-9121-11E19EAE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Vehículo;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EB9AB-3C22-447D-B6E3-8DB84EF5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59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384969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IdVehiculo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IdCategoria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Categoría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IdSucursal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Sucursal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Placa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VARCHAR(15)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Placa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Marca / Modelo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VARCHAR(50)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Fabricante / modelo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Año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Año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Color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VARCHAR(30)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Color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Transmisión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VARCHAR(20)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CapacidadPasajeros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Capacidad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Kilometraje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NUMERIC(10,2)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Lectura actual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384969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VARCHAR(20)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111"/>
                          </a:solidFill>
                        </a:rPr>
                        <a:t>Disponibilidad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65995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15201-5AF0-446E-B674-951D9B59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E2CA2-ABB1-432E-AEB7-D2BE0E10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Tarifa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F58A1-AC17-42D9-8E5C-6A93EE08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DCD97-E5CC-4FB4-9C21-C465179A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5ACEC-AF8C-4E75-9AAC-7AA1A544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Tarifa;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99A0F-7C10-4D1D-81B1-DC940D5C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60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57745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IdTarifa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IdCategoria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Categoría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Nombre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VARCHAR(50)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PrecioDia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NUMERIC(10,2)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Precio diario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VigenciaDesde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Inicio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VigenciaHasta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Fin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Vigencia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8640722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A49AA-6855-46A7-A99A-1328A262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6F851C-FECB-44D4-BE0D-B2892725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Cliente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0921F-8C81-478D-90B2-874F2387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B4E390-C080-4CE7-85AF-60507B80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C33B2E-34CA-40BE-BBCB-8F06D792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Cliente;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E4631-6345-4F4B-B395-164EDAD0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61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57745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IdCliente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Nombre / Apellido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VARCHAR(50)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Identidad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Documento / Licencia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VARCHAR(30)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Teléfono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Contacto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Correo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VARCHAR(100)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Contacto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Dirección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Domicilio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FechaRegistro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Alta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89842-3295-4239-B1BA-F999F204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Los datos personales requieren minimización y acceso restringido.</a:t>
            </a:r>
          </a:p>
        </p:txBody>
      </p:sp>
    </p:spTree>
    <p:extLst>
      <p:ext uri="{BB962C8B-B14F-4D97-AF65-F5344CB8AC3E}">
        <p14:creationId xmlns:p14="http://schemas.microsoft.com/office/powerpoint/2010/main" val="88405201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8DD3FF-C75C-4F4D-B162-0166438A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DEDDA6-48E3-4D64-98CC-22D163C6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Reserva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D8C88-5479-46FA-9F63-106A405C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E1E2F-A7D6-4E02-B805-A4B2D56C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4936C-9CB0-4AA5-A925-7B0732A2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Reserva;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95294-3022-4F98-AC61-C0536387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62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57745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IdReserva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IdCliente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Cliente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IdVehiculo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Vehículo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FechaReserva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Registro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FechaInicio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Inicio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FechaFin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Fin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TotalEstimado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NUMERIC(10,2)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Costo estimado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2FEF5C-9AF2-4AA2-89BB-3E34765B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Regla esencial: fechas válidas y ausencia de superposición confirmada.</a:t>
            </a:r>
          </a:p>
        </p:txBody>
      </p:sp>
    </p:spTree>
    <p:extLst>
      <p:ext uri="{BB962C8B-B14F-4D97-AF65-F5344CB8AC3E}">
        <p14:creationId xmlns:p14="http://schemas.microsoft.com/office/powerpoint/2010/main" val="101403896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7B4335-6A93-4037-A5D9-38374722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6E09B-D408-4A9F-AF3D-419B5B5C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Alquiler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28DDD-535B-4D10-BFBA-FEBE5A40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5018D9-30AB-469F-BADC-C60ED018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60C97-FE02-4A78-B73D-5443B8BD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Alquiler;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378B3-3E59-4989-BDDC-EDCA62AC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63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513292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IdAlquiler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IdReserva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Reserva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FechaInicio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Entrega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FechaFin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Devolución prevista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KilometrajeInicial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NUMERIC(10,2)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Lectura inicial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CombustibleInicial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Nivel inicial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MontoTotal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NUMERIC(10,2)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3292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878557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ECEBE-0C58-4207-9489-BD66E492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80DBA-4BE0-4884-B3D1-435421A8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Inspección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ECF9A-2CD0-4778-ADBB-00D6B85E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F626F-F880-4E90-B45D-AB06DD03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F7C11-E684-4602-8DFD-185CBC7E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Inspección;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8E61B-00CA-482C-8E66-B2CD3309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64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57745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IdInspeccion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IdAlquiler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Alquiler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Entrega/devolución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Fecha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Fecha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Kilometraje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NUMERIC(10,2)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Lectura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Combustible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Nivel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Observaciones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VARCHAR(300)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Estado y daños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44127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A29A86-FF1E-412B-B868-F529F0E3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C16B5-1777-4AB6-B5DD-78A52F70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Pago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76091-9797-4966-925E-6B812DF7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A56ED-4F99-4EAA-AE69-FBA1D465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C1064B-C2EF-4E30-AAD9-B6F168D6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Pago;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EE91F-C3C6-46B2-BCDB-EC9AFFC1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65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57745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IdPago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IdAlquiler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Alquiler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Fecha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Fecha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Monto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NUMERIC(10,2)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Importe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MetodoPago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VARCHAR(30)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Método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Referencia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VARCHAR(100)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Código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8684117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5E80F5-93AE-4FD5-AE67-6C07D3CB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5DA6C-D53D-4835-A715-A66AB4AF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CargoAdicional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883F3-2287-4CB6-9485-257C5FED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C6CDA-F7F4-454E-B1BA-6A3B06B1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62A2F-3CF6-42F6-AA36-C38EBF78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CargoAdicional;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2278B-65B1-4190-A23E-F5D32E4A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66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659946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65994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IdCargo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994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IdAlquiler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Alquiler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65994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Concepto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VARCHAR(100)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Motivo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994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Descripción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Detalle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65994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Monto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NUMERIC(10,2)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Valor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9946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Fecha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Registro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2688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38D4A-03B8-4951-BC96-6539D94C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48CB2-0F90-4C40-9C7E-1E5A3689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Mantenimiento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1BD81-7FB9-4233-8025-8A871F1A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660BD-9A31-438D-B1D4-3CA179AC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EBD66-E536-4C6B-92DA-1076074D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Mantenimiento;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97C03-F9D7-4254-81A7-B5B6C759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67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57745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IdMantenimiento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IdVehiculo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Vehículo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VARCHAR(30)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Preventivo/correctivo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FechaInicio / Fin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Período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Costo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NUMERIC(10,2)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Costo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Descripción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VARCHAR(300)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Trabajo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VARCHAR(20)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Estado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1477E-4AA8-4380-8F83-9DF65630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Un mantenimiento activo retira temporalmente el vehículo de disponibilidad.</a:t>
            </a:r>
          </a:p>
        </p:txBody>
      </p:sp>
    </p:spTree>
    <p:extLst>
      <p:ext uri="{BB962C8B-B14F-4D97-AF65-F5344CB8AC3E}">
        <p14:creationId xmlns:p14="http://schemas.microsoft.com/office/powerpoint/2010/main" val="564822806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19105-C704-4E7C-9374-0F6AC9AE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BASE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DA916-C4FD-434A-A7CD-3C4DF7B0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Diccionario de datos: Recomendación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7C096-42F6-4303-93B2-2A7C1E96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A578D-6EA2-4762-A6D1-97C43E99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AF9EE-6BE2-4A4C-9303-6D4B7E47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diccionario de datos documenta los campos, tipos y restricciones de Recomendación; sirve para implementar y validar la base de datos sin ambigüedades.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5ABD5-5FF7-4093-802A-05495241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68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619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2333625"/>
                <a:gridCol w="2428875"/>
                <a:gridCol w="3495675"/>
              </a:tblGrid>
              <a:tr h="577453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Campo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Restricción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Significado / relación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IdRecomendacion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Identificador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IdCliente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Cliente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IdVehiculo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FK, 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Vehículo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Fecha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Generación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Pasajeros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Cantidad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Presupuesto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NUMERIC(10,2)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Presupuesto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577453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Criterios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VARCHAR(300)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NOT NULL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Criterios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C3161-9797-430C-AF37-123E08A3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150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Registrar trazabilidad sin información sensible innecesaria.</a:t>
            </a:r>
          </a:p>
        </p:txBody>
      </p:sp>
    </p:spTree>
    <p:extLst>
      <p:ext uri="{BB962C8B-B14F-4D97-AF65-F5344CB8AC3E}">
        <p14:creationId xmlns:p14="http://schemas.microsoft.com/office/powerpoint/2010/main" val="1844570005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0EBA1-5D2F-4080-94BB-C89EB841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47F43-6108-43D5-9744-20077449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Recolección de requisitos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374A7C-D259-4317-BBD7-C1AAB4BA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E8B78-BE50-4255-A8A5-3C46CBDE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A0C48-0006-4831-9341-2A2AF5B1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requisito define una capacidad o calidad verificable; los criterios de aceptación indican cómo demostrar que se cumple.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71FD2-0BA6-4582-8883-D7796BF8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4D8DB-D069-435C-81AD-B87F3D2C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Combina evidencia documental y trabajo de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Valida las hipótesis del problema.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Identifica variantes reales del proceso.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Prioriza funciones que una agencia pequeña pueda adoptar.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Separa hechos confirmados de supuestos.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Convierte hallazgos en historias de usuario y criterios de aceptación.</a:t>
            </a:r>
          </a:p>
        </p:txBody>
      </p:sp>
    </p:spTree>
    <p:extLst>
      <p:ext uri="{BB962C8B-B14F-4D97-AF65-F5344CB8AC3E}">
        <p14:creationId xmlns:p14="http://schemas.microsoft.com/office/powerpoint/2010/main" val="11245454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3ED4E-0001-4E5C-9FD4-6AC28512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C3F98-55D3-4E62-9092-5DD5A0F2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Técnicas de investigación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3FA96C-9B19-4679-AC60-482B9407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42CDC-CC9F-47FC-8863-362C69A3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E03CBF-59DA-4E6F-A3A0-A60C56C6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requisito define una capacidad o calidad verificable; los criterios de aceptación indican cómo demostrar que se cumple.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CCABB-ABAB-4FDB-88F7-AC9E93D0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70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390650"/>
          <a:ext xmlns:a="http://schemas.openxmlformats.org/drawingml/2006/main" cx="109728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476500"/>
                <a:gridCol w="5353050"/>
              </a:tblGrid>
              <a:tr h="7461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Técnica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Muestra mínima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Propósito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Entrevistas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3 propietarios + 2 empleados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Reglas, variantes y problemas operativos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Encuesta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15 clientes potenciales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Criterios de elección, canales y confirmación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Observación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1 agencia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Consulta, reserva, entrega y devolución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Revisión documental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Registros anonimizados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Formularios, contratos y hojas actuales</a:t>
                      </a:r>
                    </a:p>
                  </a:txBody>
                  <a:tcPr marL="91440" marR="91440" marT="45720" marB="45720">
                    <a:solidFill>
                      <a:srgbClr val="F5F5F5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Taller HMW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Equipo del proyecto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</a:rPr>
                        <a:t>Convertir hallazgos en oportunidades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692921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9346F-57E4-4862-8937-47E07C69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196D5-4201-4097-A696-194D1F2C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Pregunta HMW y tratamiento ético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FDBC8-D52A-4433-A1DF-921B9960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D9E66-4CBB-47AB-9238-F86DB615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80B6B-DA16-466D-B249-9E8F85C0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requisito define una capacidad o calidad verificable; los criterios de aceptación indican cómo demostrar que se cumple.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183B6-A2DD-47FB-A853-E7F0E983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71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0AF60-BF21-41EF-9EE2-60690AC2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¿Cómo podríamos ayudar a una pequeña agencia salvadoreña a conocer disponibilidad real, coordinar reservas y mantener trazabilidad sin aumentar la carga administrativa?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HMW significa How Might We o ¿Cómo podríamos…?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Solicitar consentimiento, minimizar datos y anonimizar ejemplos.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Organizar hallazgos por usuario, tarea, problema, frecuencia e impacto.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Marcar como supuesto toda necesidad no validada.</a:t>
            </a:r>
          </a:p>
        </p:txBody>
      </p:sp>
    </p:spTree>
    <p:extLst>
      <p:ext uri="{BB962C8B-B14F-4D97-AF65-F5344CB8AC3E}">
        <p14:creationId xmlns:p14="http://schemas.microsoft.com/office/powerpoint/2010/main" val="1072486173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236F4-1D8D-4977-9CE4-A8FF9F04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04848-D6AE-4276-9CFB-EB4BEEEB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Requisitos funcionales RF-01 a RF-06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4F0D4-11E3-4FF9-93DB-00699ECF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4A67A-956C-404F-8BD6-8883BD95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765ED3-8489-453F-9B40-444EE2F0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requisito define una capacidad o calidad verificable; los criterios de aceptación indican cómo demostrar que se cumple.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3B8C3-9D2B-4431-A799-807CF3C7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72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C2606-874E-4346-A9BA-6097EC2B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RF-01: autenticar y aplicar permisos.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RF-02: crear, consultar, actualizar y desactivar clientes.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RF-03: administrar categorías, tarifas, vehículos, fotos y estados.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RF-04: consultar disponibilidad por fechas, categoría, capacidad y sucursal.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59E83-937C-433F-8A86-2C6D67B1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RF-05: crear, modificar y cancelar reservas sin superposición.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RF-06: convertir reserva en alquiler y registrar contrato, entrega, kilometraje y combustible.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 significa requisito funcional; CRUD significa crear, leer, actualizar y eliminar.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EBAD9-D5E3-458D-A28C-4B7283EA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3745363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37B3C-AECF-402F-984A-42C4420B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77783-C1EE-46BB-A703-1F01376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Requisitos funcionales RF-07 a RF-12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BEDA0-0F89-44CB-9C08-A58D1954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23FA0-E106-4A92-B254-B649CE67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66F59-86E3-4711-8127-588F1F17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requisito define una capacidad o calidad verificable; los criterios de aceptación indican cómo demostrar que se cumple.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CF815-F89D-4874-8967-00E99108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F5965-8FD2-4EEA-8A81-F177E38F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RF-07: devolución, inspección, retrasos, daños y cargos.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RF-08: mantenimiento y retiro temporal de disponibilidad.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RF-09: confirmaciones y avisos por correo si el alcance lo permite.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RF-10: reportes de utilización, ingresos, reservas y mantenimiento.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RF-11: recomendar con IA y explicar criterios.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RF-12: auditoría de operaciones sensibles.</a:t>
            </a:r>
          </a:p>
        </p:txBody>
      </p:sp>
    </p:spTree>
    <p:extLst>
      <p:ext uri="{BB962C8B-B14F-4D97-AF65-F5344CB8AC3E}">
        <p14:creationId xmlns:p14="http://schemas.microsoft.com/office/powerpoint/2010/main" val="438440456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36802-DF76-4953-B8E6-1DCF67F6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9539C-F9E0-493A-BEC5-557796AA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Requisitos no funcionales RNF-01 a RNF-04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58E2D1-F487-48DE-945A-18583EFF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5A7CAB-838A-4A31-996C-C2571D08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BC96C-80AD-4445-9033-17DFCEBA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requisito define una capacidad o calidad verificable; los criterios de aceptación indican cómo demostrar que se cumple.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E888A-597C-4361-9CB8-03E39F65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74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12AC9-CBA0-422A-941F-6EC96307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RNF-01: proteger rutas privadas con autenticación y autorización.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RNF-02: minimizar y restringir datos conforme a la ley [4].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RNF-03: objetivo inicial de hasta tres segundos para consultas habituales bajo carga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RNF-04: respaldos y restauración probada.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RNF significa requisito no funcional: calidad o restricción del sistema.</a:t>
            </a:r>
          </a:p>
        </p:txBody>
      </p:sp>
    </p:spTree>
    <p:extLst>
      <p:ext uri="{BB962C8B-B14F-4D97-AF65-F5344CB8AC3E}">
        <p14:creationId xmlns:p14="http://schemas.microsoft.com/office/powerpoint/2010/main" val="1044579595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189F7-C9BD-4E2B-9672-13A5FBD3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980A2-97D7-410B-8E54-F3EBC681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Requisitos no funcionales RNF-05 a RNF-08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0BD0E-956A-4886-8131-B8D5A04E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B90E4-2AA3-41D8-A23C-4B846E5E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CDC71-0396-4C91-B3BE-7E721FE8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requisito define una capacidad o calidad verificable; los criterios de aceptación indican cómo demostrar que se cumple.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930F4-32E2-4927-8945-5FB691B2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56F6-AD70-4AD2-BAEC-8B55F230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RNF-05: interfaz responsive, navegación consistente y errores comprensibles.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RNF-06: arquitectura en capas, convenciones, documentación y pruebas automatizadas.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RNF-07: ejecución reproducible con Docker.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RNF-08: registrar errores, eventos críticos y consumo de IA sin información sensible innecesaria.</a:t>
            </a:r>
          </a:p>
        </p:txBody>
      </p:sp>
    </p:spTree>
    <p:extLst>
      <p:ext uri="{BB962C8B-B14F-4D97-AF65-F5344CB8AC3E}">
        <p14:creationId xmlns:p14="http://schemas.microsoft.com/office/powerpoint/2010/main" val="481446513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825AD-FB2E-4AA5-B0DB-54AA4AF8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REQUISITOS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02814-50D8-4D32-AF76-D8D439B0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Priorización MoSCoW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0399E-1002-4F27-AE52-D07D5FEF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19E0F-15AE-4DDD-968E-3B126366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201560-DE81-4A76-B216-5B0DD384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requisito define una capacidad o calidad verificable; los criterios de aceptación indican cómo demostrar que se cumple.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299709-0B60-41C8-BDF1-0F9F34B0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76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227BD-57C9-4D6A-91F2-EA10EE88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Must: autenticación, flota, clientes, disponibilidad, reservas, alquileres, devoluciones, mantenimiento e IA prototipo.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Should/Could: notificaciones avanzadas según tiempo y validación.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Won’t for now: pagos en línea, analítica predictiva y funciones móviles.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MoSCoW significa Must, Should, Could y Won’t.</a:t>
            </a:r>
          </a:p>
        </p:txBody>
      </p:sp>
    </p:spTree>
    <p:extLst>
      <p:ext uri="{BB962C8B-B14F-4D97-AF65-F5344CB8AC3E}">
        <p14:creationId xmlns:p14="http://schemas.microsoft.com/office/powerpoint/2010/main" val="1587347960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C640C-FC79-4A39-97A3-35306E5E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PLAN DEL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105B7-8F8F-4257-88F4-D2ADD4D3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Plan incremental: incrementos 1 y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212DA-5C05-4D8C-8A28-3828B2C3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C4BAB-7956-4B90-A908-65DE79FB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C97FC-AB10-4699-8912-8599EE87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trazabilidad permite seguir cada decisión y registro desde su origen hasta su resultado; sirve para auditar, explicar y corregir la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465BE-05A9-4573-B5B2-711803A0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77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CEA6C-0F21-40BE-94A0-D9228364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Primero se validan los flujos UX/UI.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Cada incremento queda integrado, probado y demostrable.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Incremento 1: solución, modelo inicial, migraciones, autenticación y contenedores.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Incremento 2: roles y CRUD de categorías, vehículos, clientes y estados.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Desarrollo incremental: entregar valor en partes acumulativas.</a:t>
            </a:r>
          </a:p>
        </p:txBody>
      </p:sp>
    </p:spTree>
    <p:extLst>
      <p:ext uri="{BB962C8B-B14F-4D97-AF65-F5344CB8AC3E}">
        <p14:creationId xmlns:p14="http://schemas.microsoft.com/office/powerpoint/2010/main" val="182663382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32F20-FB22-4436-9775-0D215153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PLAN DEL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BDB165-B2DB-4B0C-90BD-C53D64DA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Plan incremental: incrementos 3 a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65696-899F-4520-86CB-CEE8CDA9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09780-BEDD-4861-8F87-8E655997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E57E2-24FE-4A05-BE71-333C91C4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trazabilidad permite seguir cada decisión y registro desde su origen hasta su resultado; sirve para auditar, explicar y corregir la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C3E9C-35CF-4031-A714-AA39C3E7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6355D-E1B2-45DD-90EE-9C5C3394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Incremento 3: fechas, superposición, reservas, entrega y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Incremento 4: devolución, kilometraje, combustible, cargos y mantenimiento.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Incremento 5: IA con candidatos filtrados, reportes, pruebas, imagen Docker y piloto Azure.</a:t>
            </a:r>
          </a:p>
        </p:txBody>
      </p:sp>
    </p:spTree>
    <p:extLst>
      <p:ext uri="{BB962C8B-B14F-4D97-AF65-F5344CB8AC3E}">
        <p14:creationId xmlns:p14="http://schemas.microsoft.com/office/powerpoint/2010/main" val="2128997016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18C311-3797-4314-A466-72B4F9BE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PLAN DEL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9A38B-274B-400F-A3B5-67853C0F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Criterio de terminado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60528-210B-49B4-BF32-FE23D951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799A1-1FA0-49F7-B3CE-FBB0A2BD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BADF0-3153-4E84-B577-7BB7370E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trazabilidad permite seguir cada decisión y registro desde su origen hasta su resultado; sirve para auditar, explicar y corregir la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BDCAD-63FF-42B6-98C6-E0008974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79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A746A-3E21-43F6-9738-240C8447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Cumple criterios de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Incluye validaciones y autorización.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Tiene pruebas proporcionales al riesgo.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Fue revisado mediante control de versiones.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Funciona en el ambiente contenedorizado.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Definition of Done: condición común para considerar terminada una historia.</a:t>
            </a:r>
          </a:p>
        </p:txBody>
      </p:sp>
    </p:spTree>
    <p:extLst>
      <p:ext uri="{BB962C8B-B14F-4D97-AF65-F5344CB8AC3E}">
        <p14:creationId xmlns:p14="http://schemas.microsoft.com/office/powerpoint/2010/main" val="243877944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4D077-4173-4CD3-AE5F-4D42E8FD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PLAN DEL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A2E9E-033A-4B7B-8EA4-FA7FEDF3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Primer avance: base técnica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86D3A-96B0-4A1F-9F50-20C2DE66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44A8D9-3ECC-45DD-BF3A-E331251B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C0B71-AB2E-4369-8217-8B64AB79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El desarrollo incremental divide el proyecto en entregas verificables; sirve para controlar avance, recibir retroalimentación y reducir riesgos.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A39A0-CE49-4504-8A05-5454E7FF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80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8F4B2-EADE-4544-A31E-5F2E4244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Estructura ASP.NET Core y repositorio compartido.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Arquitectura en capas y dependencias.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Modelo de datos, ERD y migración inicial.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EF Core con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Autenticación y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CRUD de vehículos, categorías y clientes.</a:t>
            </a:r>
          </a:p>
        </p:txBody>
      </p:sp>
    </p:spTree>
    <p:extLst>
      <p:ext uri="{BB962C8B-B14F-4D97-AF65-F5344CB8AC3E}">
        <p14:creationId xmlns:p14="http://schemas.microsoft.com/office/powerpoint/2010/main" val="1392955348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ED9FB-3866-4A33-A863-7F165627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PLAN DEL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F24924-500D-4E07-8248-3ED1696D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Primer avance: experiencia y reglas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67ED8-37E1-4E1F-8D73-A598BC01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23F4F-B305-47BB-8075-BF5F238E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BCFDF-F202-4791-8EB4-602A28B2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inteligencia artificial genera o prioriza sugerencias; debe recibir candidatos filtrados, producir una salida validable y contar con una alternativa por reglas.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3EB85-2726-4F5B-87C6-9F56C3F1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81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1A9AA4-38CA-4D78-9DFB-094C126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Navegación entre panel, flota, clientes y reservas.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Prototipos UX/UI validados.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Consulta preliminar de disponibilidad.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Regla contra superposición.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Contrato de entrada/salida de IA, casos de prueba y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Configuración inicial de Docker.</a:t>
            </a:r>
          </a:p>
        </p:txBody>
      </p:sp>
    </p:spTree>
    <p:extLst>
      <p:ext uri="{BB962C8B-B14F-4D97-AF65-F5344CB8AC3E}">
        <p14:creationId xmlns:p14="http://schemas.microsoft.com/office/powerpoint/2010/main" val="1208279158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1DFAF-9B15-4783-A422-483F77E6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PLAN DEL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9CE6D-B5B3-4E3A-8049-442D0C8C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Entregables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431EDC-B776-4730-9678-720977F6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12308-477B-4896-8D2B-F9CB6AD9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64D75-DDD3-4B7E-BC6E-9658D8AF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El desarrollo incremental divide el proyecto en entregas verificables; sirve para controlar avance, recibir retroalimentación y reducir riesgos.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2880C-0A64-4F19-81A0-37FD6EFD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E7993-A526-456F-B31A-AFE394F9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Documento con problema, factibilidad, arquitectura, plan, resultados y bibliografía.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Diagramas de bloques, UML y entidad-relación.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Diccionario de datos y reglas de integridad.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Modelo Canvas y presupuesto.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A5E8F-A2AD-4A42-B009-03E16164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Repositorio, historial e instrucciones.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Aplicación contenedorizada, pruebas y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Manual, documentación técnica y presentación.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62C8A-F05A-44B9-8E31-530DBF6B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0721292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636BD-0881-43AB-B01A-19285CBE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PLAN DEL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BDA94-2405-46C1-839A-E4876254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Cronograma: semanas 1 a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7A70F-B8C4-4648-978C-CE5439B5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AC6E3-5CAC-4B73-AA4A-AF3ED830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DBCF1-853C-4E15-B212-7581D461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El desarrollo incremental divide el proyecto en entregas verificables; sirve para controlar avance, recibir retroalimentación y reducir riesgos.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0A998-5AF7-46C8-B437-B66F14AC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07FBE-6D5A-4032-9E37-1AB5DFC3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Semanas 1–2: requisitos, prototipos, datos y arquitectura.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Semana 3: solución, seguridad, EF Core, PostgreSQL y Docker.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Semana 4: clientes, categorías, vehículos y estados de flota.</a:t>
            </a:r>
          </a:p>
        </p:txBody>
      </p:sp>
    </p:spTree>
    <p:extLst>
      <p:ext uri="{BB962C8B-B14F-4D97-AF65-F5344CB8AC3E}">
        <p14:creationId xmlns:p14="http://schemas.microsoft.com/office/powerpoint/2010/main" val="2028155738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2853B-B8AB-45DB-B455-E64997AA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PLAN DEL PROTOTIPO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017913-8A06-4BC9-81B0-AF6AA87B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Cronograma: semanas 5 a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09EBE3-6B23-405D-B220-F84B07A7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71292-0317-4EE9-96A3-57C50061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08C39-8EE4-43DD-8804-3F99FCC1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El desarrollo incremental divide el proyecto en entregas verificables; sirve para controlar avance, recibir retroalimentación y reducir riesgos.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0085E-D2C6-4EA7-AA19-CC5BD4E9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84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F8D0D-9CA3-4A49-B601-9850D12E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Semana 5: disponibilidad, reservas y alquileres.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Semana 6: devoluciones, mantenimiento y primera integración de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Semana 7: reportes, pruebas, correcciones y Azure.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Semana 8: validación, documentación y exposición.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cronograma es relativo y debe ajustarse a fechas oficiales y disponibilidad.</a:t>
            </a:r>
          </a:p>
        </p:txBody>
      </p:sp>
    </p:spTree>
    <p:extLst>
      <p:ext uri="{BB962C8B-B14F-4D97-AF65-F5344CB8AC3E}">
        <p14:creationId xmlns:p14="http://schemas.microsoft.com/office/powerpoint/2010/main" val="86562551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99CC24-3A8B-4E86-8689-8B4C6CB0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0BE6F-4227-4A8E-84D8-C464F266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Resultados operativos esperados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A9F9F-9874-492A-8148-70AA7CA8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47A21-990C-4303-9112-F4B0F25E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60FEF-F9D2-430E-A54C-86EAA132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indicador es una medida verificable; la línea base registra el estado inicial para comparar posteriormente el efecto real del sistema.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0C99D-804F-423F-9C48-00DBE075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B425D-55BE-4F9E-8584-A9F2FD5B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Disponibilidad centralizada y actualizada.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Trazabilidad completa por vehículo.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Menor tiempo de búsqueda frente a la línea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Registros uniformes de clientes, contratos, inspecciones y cargos.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Reportes de utilización y mantenimiento.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Son metas por comprobar en la Fase II.</a:t>
            </a:r>
          </a:p>
        </p:txBody>
      </p:sp>
    </p:spTree>
    <p:extLst>
      <p:ext uri="{BB962C8B-B14F-4D97-AF65-F5344CB8AC3E}">
        <p14:creationId xmlns:p14="http://schemas.microsoft.com/office/powerpoint/2010/main" val="638120922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66C138-85C0-446B-ACD3-D01BF2ED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C94342-786A-4ACD-979C-BCBA2020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Resultados técnicos esperados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901AA-0856-4253-94D0-BAD1F680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947E7-9D5E-4112-9FF6-58F4C87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4E267-C325-4738-9295-A5AF8EC3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indicador es una medida verificable; la línea base registra el estado inicial para comparar posteriormente el efecto real del sistema.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E3B8C-CBE7-4A85-9D64-FA1D5906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86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D370D-3A7F-420C-82D6-BEBDCB18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Persistencia relacional con EF Core y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Contenedores reproducibles.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Autenticación, autorización, validación, auditoría y privacidad.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IA aislada, evaluable y reemplazable.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Piloto documentado en Microsoft Azure.</a:t>
            </a:r>
          </a:p>
        </p:txBody>
      </p:sp>
    </p:spTree>
    <p:extLst>
      <p:ext uri="{BB962C8B-B14F-4D97-AF65-F5344CB8AC3E}">
        <p14:creationId xmlns:p14="http://schemas.microsoft.com/office/powerpoint/2010/main" val="1281858483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7F4DE-A96C-4FC5-95FF-437FABFB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04C94-7C05-4D0D-9EA4-4EB8F37D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Indicadores de validación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7CA4D-98B3-4C7A-8208-3F610F9B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F2697-FDBE-4B49-895E-C8C3FB68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DA3E2-CF08-4834-BDD4-76B69516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indicador es una medida verificable; la línea base registra el estado inicial para comparar posteriormente el efecto real del sistema.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1F454-A991-4F53-B27F-1BD5C753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CDDC6-F8FC-4C96-86DC-91A953D0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Cero reservas confirmadas superpuestas.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100 % de alquileres de prueba con entrega y devolución.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Al menos 80 % de participantes completan tareas críticas sin ayuda; documentar muestra y umbral.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100 % de recomendaciones limitadas a vehículos disponibles y existentes.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Comparar tiempo de consulta y tasa de errores con la línea base.</a:t>
            </a:r>
          </a:p>
        </p:txBody>
      </p:sp>
    </p:spTree>
    <p:extLst>
      <p:ext uri="{BB962C8B-B14F-4D97-AF65-F5344CB8AC3E}">
        <p14:creationId xmlns:p14="http://schemas.microsoft.com/office/powerpoint/2010/main" val="203537100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0DAFB-3C95-4E16-9339-018D9252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BAEE2-2F37-4C37-947D-F4863CE8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Conclusiones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FF4EF-5EF6-44F0-81F7-E3AF07D7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85505-4C5C-42A6-BE07-2BA4BFF2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EEBCB-2709-44DF-8204-3F0CECC6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trazabilidad permite seguir cada decisión y registro desde su origen hasta su resultado; sirve para auditar, explicar y corregir la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1CCB9-0407-488D-889D-92CD8509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C4BE1-6082-4B64-BAFC-B8874EE0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La propuesta combina gestión, automatización, servicios web, seguridad, datos, IA, Docker y Azure.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valor principal es una fuente única de información, no un catálogo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El contexto de MYPE y transporte formal respalda la pertinencia [2][3].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Los retos son reglas reales, concurrencia, privacidad, costos e 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Reglas determinísticas, transacciones, control de acceso, capas y validación mitigan esos riesgos.</a:t>
            </a:r>
          </a:p>
        </p:txBody>
      </p:sp>
    </p:spTree>
    <p:extLst>
      <p:ext uri="{BB962C8B-B14F-4D97-AF65-F5344CB8AC3E}">
        <p14:creationId xmlns:p14="http://schemas.microsoft.com/office/powerpoint/2010/main" val="1860534620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BC8A8-B318-4C6B-AB3E-12DF9F6F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921CA-0417-4788-ACE2-4756C359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Recomendación para la Fase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50B7C5-9D9C-4F27-8705-F0A1D28D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FBFE94-F04E-45D0-B121-9C74B77E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CA05B-2CFC-4A27-9760-C462DF6B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validación contrasta la propuesta con usuarios, datos y pruebas; sirve para convertir supuestos del proyecto en evidencia comprobable.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00FF33-0D58-47BA-8AA1-6F88F016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CCC819-5757-43FA-AC63-8AD4ED55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Iniciar con investigación de campo.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Construir un flujo vertical pequeño y completo.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Priorizar reservas, alquileres, devoluciones y mantenimiento.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Incorporar funciones avanzadas después de estabilizar el núcleo.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Mantener control explícito del alcance.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Validar con usuarios y evidencia.</a:t>
            </a:r>
          </a:p>
        </p:txBody>
      </p:sp>
    </p:spTree>
    <p:extLst>
      <p:ext uri="{BB962C8B-B14F-4D97-AF65-F5344CB8AC3E}">
        <p14:creationId xmlns:p14="http://schemas.microsoft.com/office/powerpoint/2010/main" val="1316464472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924FB-D270-4AF0-A6A6-19DE9D4A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GLOSARIO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833AD-FE55-4819-A8F4-199DB4BB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Glosario institucional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B49DB-CC56-4ADE-93ED-DF97B017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5723B-63E9-4800-B571-C0A2D376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59C34-2F03-4269-9185-3A4CAA41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glosario fija el significado de siglas y conceptos; sirve para que equipo, docentes y usuarios compartan el mismo vocabulario técnico.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B46AE-91C9-4F13-B6E6-B7C21FB3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90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83A1F-7E08-4ACB-9FED-A927A1A0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CONAMYPE: Comisión Nacional de la Micro y Pequeña Empresa.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MYPE: micro y pequeña empresa.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MITUR: Ministerio de Turismo.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KOICA: Korea International Cooperation Agency.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C1723-D53E-45B7-9054-AD29CD66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PNUD: Programa de las Naciones Unidas para el Desarrollo.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UDB: Universidad Don Bosco.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USD: dólar de los Estados Unidos.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951D2-4571-471C-B23D-EC0EE884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8223534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1B390-CBC0-4625-8C84-C555EECC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GLOSARIO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9AFCA1-28DD-4287-A172-1CCC8119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Glosario de software y web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8EEEF-0AE1-4583-82D5-390EA87B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CCC62-7D74-411F-AA0F-2EE8F318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DDDE1-B744-4E58-A071-AE221085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glosario fija el significado de siglas y conceptos; sirve para que equipo, docentes y usuarios compartan el mismo vocabulario técnico.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74D1C3-CBC0-435A-9559-ADB0F432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91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051F6E-12FE-4A49-A814-19009984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C#: lenguaje de programación de Microsoft.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.NET: plataforma de desarrollo.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ASP.NET Core: framework web multiplataforma.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MVC: Modelo–Vista–Controlador.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Web App: aplicación accesible mediante navegador.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42A8F-CC20-4CB4-B700-6A4D2A96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API: interfaz de programación de aplicaciones.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Endpoint: punto de acceso de una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DTO: objeto de transferencia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HTML/CSS/JavaScript: estructura, estilo y comportamiento web.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Responsive: interfaz adaptable.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072C7-29C2-4541-B74B-9BB7A1C4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3328732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96D75-30E9-4DCE-8108-372FA49C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GLOSARIO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26862-E5B0-4F9A-B9EB-FC215E61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Glosario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268FC-E680-4F93-A408-3181F236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22C48-98CE-48A6-B028-D9397DBD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3CAB7-BB5D-46D0-9F11-C2DA9D63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glosario fija el significado de siglas y conceptos; sirve para que equipo, docentes y usuarios compartan el mismo vocabulario técnico.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B2D73-1A22-4A91-AF66-18407CC1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92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0ED665-7B42-490E-90BF-73DC40FD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BD/DB: base de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SQL: lenguaje de consulta estructurado.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PostgreSQL: gestor relacional.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EF Core: Entity Framework 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ORM: mapeador objeto-relacional.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BB579-6181-4423-8E6B-5763DA23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ERD/DER: diagrama entidad-relación.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PK/FK: clave primaria/foránea.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INT, VARCHAR, NUMERIC, DATE y NOT NULL: tipos y restricción.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Índice, restricción, migración y transacción.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7D067-369C-49B8-A3EA-D4CF3894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00024059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EBE27-8927-4C48-9DED-8E38491D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GLOSARIO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C8F03-279B-44B9-B978-6FF777F5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Glosario de arquitectura y nube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9AD0E-203A-4FA6-896D-89BD3EFF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9CE4C-2B5D-4840-B574-29BE04BA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0940D-855D-4869-AF19-8389F457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glosario fija el significado de siglas y conceptos; sirve para que equipo, docentes y usuarios compartan el mismo vocabulario técnico.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9AACA-B4B2-4C08-B31A-362BA9D8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1B396-E864-48AE-8775-950C67E0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Monolito modular y microservicio.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Arquitectura en capas.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Frontend, backend, dominio, infraestructura y persistencia.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Docker, imagen, contenedor y Docker Compose.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A12F3-3DF1-4B45-9B4E-08D0AC45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Azure Container Registry, Container Apps y PostgreSQL Flexible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Escalado automático y escalado a cero.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HTTPS, secreto y variable de entorno.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6FD3C-EB48-4B21-AA14-82AF19A2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366806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5421C-59C4-4A0E-8727-5EA2E4E3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GLOSARIO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6D338D-B220-4705-91E4-C2C0CE6D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Glosario de diseño y requisitos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92488-5948-4840-BEB7-5153A561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12659-5153-4ABF-90D7-2454E755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EC5AA-9EB2-4DF1-9392-82C1D252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 requisito define una capacidad o calidad verificable; los criterios de aceptación indican cómo demostrar que se cumple.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70628-71F1-499B-A3D5-DBFB8BD4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E8823-F500-4DF0-9F85-DE89EFC7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UX/UI: experiencia/interfaz de usuario.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UML, actor, caso de uso, secuencia y línea de vida.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RF/RNF: requisito funcional/no funcional.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CRUD: crear, leer, actualizar y eliminar.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DF394-5C5F-42EB-8D8C-32CBE6F3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MoSCoW y HMW.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Historia de usuario y criterio de aceptación.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Prototipo, piloto y línea base.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Desarrollo incremental y Definition of Done.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C98DC-2E9D-478B-9E6A-C91866CA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2131383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44D34-AF23-45C5-A630-2855336B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GLOSARIO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61EBB-3AD3-4202-9659-8E07937D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Glosario de IA, seguridad y operación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C7576-7EEF-4A9F-BCBB-9426AD43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5A57A-E4A5-4A30-B650-80F35C8E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FCCC4-8840-4116-8207-C3F83522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inteligencia artificial genera o prioriza sugerencias; debe recibir candidatos filtrados, producir una salida validable y contar con una alternativa por reglas.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D0800-ADCF-449A-8EA8-4CD47D0F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29CBD-114D-446F-9094-D6149336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IA/AI: inteligencia artificial.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Prompt y salida estructurada.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Anonimización, regla determinística y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Autenticación, autorización, rol y política.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1C25F-4BDC-46E9-B9BA-3578E5BF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51435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Auditoría y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Backup y restauración.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Monitoreo, métrica y alerta.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• Trazabilidad y concurrencia.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B6E61-67E4-403B-B49C-A206FDFB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9525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2197908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6250F-E962-43E6-AFC0-2BB6400B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BIBLIOGRAFÍA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1ED6AA-02F5-4675-9D14-1FF58C99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Bibliografía [1]–[6]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1F353-28E9-4E9C-A3DE-A51371D5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D03FC-6487-42BE-B553-6663416B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0CF64-F184-403B-86A2-B81449EB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Una fuente técnica permite verificar conceptos, decisiones y tecnologías; su URL y fecha de consulta hacen trazable la investigación.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8746D-022B-468A-A2B9-24D9189D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96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348BA-212A-44DD-89EE-46D835A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[1] CONAMYPE. 35 años impulsando el desarrollo de las MYPE. https://www.conamype.gob.sv/blog/2026/06/25/conamype-celebra-35-anos-impulsando-el-desarrollo-de-las-mype-salvadorenas-y-recibe-reconocimientos-por-su-trayectoria/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[2] Ministerio de Turismo. Transporte turístico. https://www.elsalvador.travel/services/tourist-transportation/es/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[3] CONAMYPE, KOICA y PNUD. Canastas Digitales MYPE 360. https://www.conamype.gob.sv/blog/2026/07/07/conamype-koica-y-pnud-fortalecen-la-transformacion-digital-de-200-mype-con-canastas-digitales-mype-360/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[4] Asamblea Legislativa. Decreto 144, Ley para la Protección de Datos Personales. https://www.asamblea.gob.sv/sites/default/files/documents/decretos/17458CF0-AB9B-482A-85A1-03834D5D89B7.pdf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[5] Microsoft Learn. ASP.NET Core. https://learn.microsoft.com/en-us/aspnet/core/?view=aspnetcore-10.0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[6] Microsoft Learn. Entity Framework. https://learn.microsoft.com/en-us/ef/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63534-80A6-4772-AD3E-CC378350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Fecha de consulta: 19 de agosto de 2026.</a:t>
            </a:r>
          </a:p>
        </p:txBody>
      </p:sp>
    </p:spTree>
    <p:extLst>
      <p:ext uri="{BB962C8B-B14F-4D97-AF65-F5344CB8AC3E}">
        <p14:creationId xmlns:p14="http://schemas.microsoft.com/office/powerpoint/2010/main" val="444198819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31D8D-F914-4EFD-ACF9-F1A4FD27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BIBLIOGRAFÍA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8A92A-BE8F-4C12-ACE7-487FA831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Bibliografía [7]–[11]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6DC25-F919-41CF-AC87-384EE23F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D9F29E-CEEF-410E-AD1A-0BA650AF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294B8-77AB-41EA-96C4-FBF379C8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Una fuente técnica permite verificar conceptos, decisiones y tecnologías; su URL y fecha de consulta hacen trazable la investigación.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604C1-DFDB-4959-A08B-0C26393D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CA46B-A671-4267-8A0B-DDC9761C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105727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[7] Docker Docs. Introduction. https://docs.docker.com/get-started/introduction/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[8] Microsoft Learn. Scaling in Azure Container Apps. https://learn.microsoft.com/en-us/azure/container-apps/scale-app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[9] Microsoft Learn. Azure Database for PostgreSQL Flexible Server. https://learn.microsoft.com/en-us/azure/postgresql/flexible-server/service-overview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[10] Microsoft Azure. Azure for Students. https://azure.microsoft.com/en-us/free/students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333333"/>
                </a:solidFill>
              </a:defRPr>
            </a:pPr>
            <a:r>
              <a:rPr sz="1200" b="0">
                <a:solidFill>
                  <a:srgbClr val="333333"/>
                </a:solidFill>
              </a:rPr>
              <a:t>• [11] Microsoft Learn. Responsible AI practices for Azure OpenAI models. https://learn.microsoft.com/en-us/azure/ai-foundry/responsible-ai/openai/overview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2A488-FBEC-46D7-99F4-CCB14BAD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666"/>
                </a:solidFill>
              </a:defRPr>
            </a:pPr>
            <a:r>
              <a:rPr sz="825" b="0">
                <a:solidFill>
                  <a:srgbClr val="666666"/>
                </a:solidFill>
              </a:rPr>
              <a:t>Fecha de consulta: 19 de agosto de 2026.</a:t>
            </a:r>
          </a:p>
        </p:txBody>
      </p:sp>
    </p:spTree>
    <p:extLst>
      <p:ext uri="{BB962C8B-B14F-4D97-AF65-F5344CB8AC3E}">
        <p14:creationId xmlns:p14="http://schemas.microsoft.com/office/powerpoint/2010/main" val="1046456399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5F3826-C491-4305-8C08-04356549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11111"/>
                </a:solidFill>
              </a:defRPr>
            </a:pPr>
            <a:r>
              <a:rPr sz="3600" b="1">
                <a:solidFill>
                  <a:srgbClr val="111111"/>
                </a:solidFill>
              </a:rPr>
              <a:t>Rentavía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CDBB2-F58E-477B-BDFB-5D129109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90750"/>
            <a:ext cx="895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Una fuente única, trazable y segura para coordinar la operación de una pequeña agencia de renta de vehículos.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78B0E-14A2-42A2-A417-825A34F3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242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31DCC-3E89-4E48-A4BA-1163835F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Preguntas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590E61-7F85-4A68-9AA6-FADC504C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958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666"/>
                </a:solidFill>
              </a:defRPr>
            </a:pPr>
            <a:r>
              <a:rPr sz="1275" b="0">
                <a:solidFill>
                  <a:srgbClr val="666666"/>
                </a:solidFill>
              </a:rPr>
              <a:t>Los beneficios e indicadores deberán validarse durante la Fase II.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2C040-3248-4DF8-A81D-BD3AE05C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72A3E-1505-4ED5-8971-CC688032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26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33333"/>
                </a:solidFill>
              </a:defRPr>
            </a:pPr>
            <a:r>
              <a:rPr sz="750" b="0">
                <a:solidFill>
                  <a:srgbClr val="333333"/>
                </a:solidFill>
              </a:rPr>
              <a:t>CONCEPTO CLAVE · La trazabilidad permite seguir cada decisión y registro desde su origen hasta su resultado; sirve para auditar, explicar y corregir la operación.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9D626-5CE0-45BF-ABBC-714824AC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6666"/>
                </a:solidFill>
              </a:defRPr>
            </a:pPr>
            <a:r>
              <a:rPr sz="750" b="0">
                <a:solidFill>
                  <a:srgbClr val="666666"/>
                </a:solidFill>
              </a:rPr>
              <a:t>98</a:t>
            </a:r>
          </a:p>
        </p:txBody>
      </p:sp>
    </p:spTree>
    <p:extLst>
      <p:ext uri="{BB962C8B-B14F-4D97-AF65-F5344CB8AC3E}">
        <p14:creationId xmlns:p14="http://schemas.microsoft.com/office/powerpoint/2010/main" val="968567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2026-08-26T16:14:30.6900000Z</dcterms:created>
  <dcterms:modified xsi:type="dcterms:W3CDTF">2026-08-26T16:14:30.6900000Z</dcterms:modified>
</coreProperties>
</file>